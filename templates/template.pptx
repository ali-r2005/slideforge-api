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44D69D-E67B-A51F-B57D-EA7587FDD5DD}" v="45" dt="2026-05-11T11:30:28.3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D35C7A-7DCE-4476-B289-266B67A374E6}" type="datetimeFigureOut"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C92A02-5F87-4ACF-8F89-421B8F1DD39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170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F2F2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6634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4000">
                <a:solidFill>
                  <a:srgbClr val="FFFFFF"/>
                </a:solidFill>
                <a:ea typeface="+mn-lt"/>
                <a:cs typeface="+mn-lt"/>
              </a:rPr>
              <a:t>{{title}}</a:t>
            </a: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7680960" cy="1828800"/>
          </a:xfrm>
          <a:prstGeom prst="rect">
            <a:avLst/>
          </a:prstGeom>
          <a:solidFill>
            <a:srgbClr val="2C3A42"/>
          </a:solidFill>
          <a:ln/>
        </p:spPr>
      </p:sp>
      <p:sp>
        <p:nvSpPr>
          <p:cNvPr id="6" name="Text 4"/>
          <p:cNvSpPr/>
          <p:nvPr/>
        </p:nvSpPr>
        <p:spPr>
          <a:xfrm>
            <a:off x="754380" y="1920240"/>
            <a:ext cx="7132320" cy="1463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>
              <a:lnSpc>
                <a:spcPct val="140000"/>
              </a:lnSpc>
            </a:pPr>
            <a:r>
              <a:rPr lang="en-US" sz="1600">
                <a:solidFill>
                  <a:srgbClr val="E8E8E8"/>
                </a:solidFill>
                <a:ea typeface="+mn-lt"/>
                <a:cs typeface="+mn-lt"/>
              </a:rPr>
              <a:t>{{summary}}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F2F2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412480" y="46634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A9B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ea typeface="+mn-lt"/>
                <a:cs typeface="+mn-lt"/>
              </a:rPr>
              <a:t>{{</a:t>
            </a:r>
            <a:r>
              <a:rPr lang="en-US" sz="4000" dirty="0" err="1">
                <a:solidFill>
                  <a:srgbClr val="FFFFFF"/>
                </a:solidFill>
                <a:ea typeface="+mn-lt"/>
                <a:cs typeface="+mn-lt"/>
              </a:rPr>
              <a:t>problem_title</a:t>
            </a:r>
            <a:r>
              <a:rPr lang="en-US" sz="4000" dirty="0">
                <a:solidFill>
                  <a:srgbClr val="FFFFFF"/>
                </a:solidFill>
                <a:ea typeface="+mn-lt"/>
                <a:cs typeface="+mn-lt"/>
              </a:rPr>
              <a:t>}}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7680960" cy="1828800"/>
          </a:xfrm>
          <a:prstGeom prst="rect">
            <a:avLst/>
          </a:prstGeom>
          <a:solidFill>
            <a:srgbClr val="2C3A42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560320"/>
            <a:ext cx="7132320" cy="1463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{{</a:t>
            </a:r>
            <a:r>
              <a:rPr lang="en-US" sz="1600" dirty="0" err="1">
                <a:solidFill>
                  <a:srgbClr val="E8E8E8"/>
                </a:solidFill>
                <a:ea typeface="+mn-lt"/>
                <a:cs typeface="+mn-lt"/>
              </a:rPr>
              <a:t>problem_description</a:t>
            </a:r>
            <a:r>
              <a:rPr lang="en-US" sz="1600" dirty="0">
                <a:solidFill>
                  <a:srgbClr val="E8E8E8"/>
                </a:solidFill>
                <a:ea typeface="+mn-lt"/>
                <a:cs typeface="+mn-lt"/>
              </a:rPr>
              <a:t>}}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15</cp:revision>
  <dcterms:created xsi:type="dcterms:W3CDTF">2026-05-11T11:23:05Z</dcterms:created>
  <dcterms:modified xsi:type="dcterms:W3CDTF">2026-05-11T11:34:53Z</dcterms:modified>
</cp:coreProperties>
</file>
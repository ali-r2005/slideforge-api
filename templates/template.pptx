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44D69D-E67B-A51F-B57D-EA7587FDD5DD}" v="45" dt="2026-05-11T11:30:28.3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72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D35C7A-7DCE-4476-B289-266B67A374E6}" type="datetimeFigureOut">
              <a:t>5/12/2026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C92A02-5F87-4ACF-8F89-421B8F1DD39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170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645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2F2F2">
              <a:alpha val="4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8412480" y="46634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4000">
                <a:solidFill>
                  <a:srgbClr val="FFFFFF"/>
                </a:solidFill>
                <a:ea typeface="+mn-lt"/>
                <a:cs typeface="+mn-lt"/>
              </a:rPr>
              <a:t>{{title}}</a:t>
            </a: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2377440"/>
            <a:ext cx="7680960" cy="1828800"/>
          </a:xfrm>
          <a:prstGeom prst="rect">
            <a:avLst/>
          </a:prstGeom>
          <a:solidFill>
            <a:srgbClr val="2C3A4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822960" y="2571750"/>
            <a:ext cx="7132320" cy="1463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E8E8E8"/>
                </a:solidFill>
                <a:ea typeface="+mn-lt"/>
                <a:cs typeface="+mn-lt"/>
              </a:rPr>
              <a:t>{{summary_</a:t>
            </a:r>
            <a:r>
              <a:rPr lang="en-GB" dirty="0"/>
              <a:t>paragraph</a:t>
            </a:r>
            <a:r>
              <a:rPr lang="en-US" sz="1600" dirty="0">
                <a:solidFill>
                  <a:srgbClr val="E8E8E8"/>
                </a:solidFill>
                <a:ea typeface="+mn-lt"/>
                <a:cs typeface="+mn-lt"/>
              </a:rPr>
              <a:t>}}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645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2F2F2">
              <a:alpha val="4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8412480" y="46634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dirty="0">
                <a:solidFill>
                  <a:srgbClr val="FFFFFF"/>
                </a:solidFill>
                <a:ea typeface="+mn-lt"/>
                <a:cs typeface="+mn-lt"/>
              </a:rPr>
              <a:t>{{</a:t>
            </a:r>
            <a:r>
              <a:rPr lang="en-US" sz="4000" dirty="0" err="1">
                <a:solidFill>
                  <a:srgbClr val="FFFFFF"/>
                </a:solidFill>
                <a:ea typeface="+mn-lt"/>
                <a:cs typeface="+mn-lt"/>
              </a:rPr>
              <a:t>problem_title</a:t>
            </a:r>
            <a:r>
              <a:rPr lang="en-US" sz="4000" dirty="0">
                <a:solidFill>
                  <a:srgbClr val="FFFFFF"/>
                </a:solidFill>
                <a:ea typeface="+mn-lt"/>
                <a:cs typeface="+mn-lt"/>
              </a:rPr>
              <a:t>}}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731520" y="2377440"/>
            <a:ext cx="7680960" cy="1828800"/>
          </a:xfrm>
          <a:prstGeom prst="rect">
            <a:avLst/>
          </a:prstGeom>
          <a:solidFill>
            <a:srgbClr val="2C3A4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1005840" y="2560320"/>
            <a:ext cx="7132320" cy="1463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00" dirty="0">
                <a:solidFill>
                  <a:srgbClr val="E8E8E8"/>
                </a:solidFill>
                <a:ea typeface="+mn-lt"/>
                <a:cs typeface="+mn-lt"/>
              </a:rPr>
              <a:t>{{</a:t>
            </a:r>
            <a:r>
              <a:rPr lang="en-US" sz="1600" dirty="0" err="1">
                <a:solidFill>
                  <a:srgbClr val="E8E8E8"/>
                </a:solidFill>
                <a:ea typeface="+mn-lt"/>
                <a:cs typeface="+mn-lt"/>
              </a:rPr>
              <a:t>problem_description</a:t>
            </a:r>
            <a:r>
              <a:rPr lang="en-US" sz="1600" dirty="0">
                <a:solidFill>
                  <a:srgbClr val="E8E8E8"/>
                </a:solidFill>
                <a:ea typeface="+mn-lt"/>
                <a:cs typeface="+mn-lt"/>
              </a:rPr>
              <a:t>}}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</TotalTime>
  <Words>22</Words>
  <Application>Microsoft Office PowerPoint</Application>
  <PresentationFormat>On-screen Show (16:9)</PresentationFormat>
  <Paragraphs>8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ALI RAMI</cp:lastModifiedBy>
  <cp:revision>17</cp:revision>
  <dcterms:created xsi:type="dcterms:W3CDTF">2026-05-11T11:23:05Z</dcterms:created>
  <dcterms:modified xsi:type="dcterms:W3CDTF">2026-05-12T12:32:52Z</dcterms:modified>
</cp:coreProperties>
</file>
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EB8EC1C-2D21-40D0-92D8-CBDB561AC3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531647-12D9-4D3B-AAB1-B7DB9D9D8F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09CC83-EFCC-44F1-BB70-422B10CDCF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2F2F2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412480" y="4663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BA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82296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4000" b="1" u="none" strike="noStrike">
                <a:solidFill>
                  <a:srgbClr val="C9211E"/>
                </a:solidFill>
                <a:effectLst/>
                <a:uFillTx/>
                <a:latin typeface="Calibri"/>
                <a:ea typeface="Calibri"/>
              </a:rPr>
              <a:t>{{title}}</a:t>
            </a:r>
            <a:endParaRPr lang="en-US" sz="4000" b="1" u="none" strike="noStrik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" y="2377440"/>
            <a:ext cx="7680600" cy="1828440"/>
          </a:xfrm>
          <a:prstGeom prst="rect">
            <a:avLst/>
          </a:prstGeom>
          <a:solidFill>
            <a:srgbClr val="2C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2571840"/>
            <a:ext cx="7131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40000"/>
              </a:lnSpc>
            </a:pPr>
            <a:r>
              <a:rPr lang="en-US" sz="1600" b="0" u="none" strike="noStrike">
                <a:ln>
                  <a:solidFill>
                    <a:srgbClr val="E8E8E8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{{summary_</a:t>
            </a:r>
            <a:r>
              <a:rPr lang="en-GB" sz="1800" b="0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paragraph</a:t>
            </a:r>
            <a:r>
              <a:rPr lang="en-US" sz="1600" b="0" u="none" strike="noStrike">
                <a:ln>
                  <a:solidFill>
                    <a:srgbClr val="E8E8E8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}}</a:t>
            </a:r>
            <a:endParaRPr lang="en-US" sz="1600" b="0" u="none" strike="noStrike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2F2F2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412480" y="4663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BA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31520" y="109728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{{problem_title}}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731520" y="2377440"/>
            <a:ext cx="7680600" cy="1828440"/>
          </a:xfrm>
          <a:prstGeom prst="rect">
            <a:avLst/>
          </a:prstGeom>
          <a:solidFill>
            <a:srgbClr val="2C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005840" y="2560320"/>
            <a:ext cx="7131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Calibri"/>
                <a:ea typeface="Calibri"/>
              </a:rPr>
              <a:t>{{problem_description}}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Application>LibreOffice/26.2.2.2$Linux_X86_64 LibreOffice_project/620$Build-2</Application>
  <AppVersion>15.0000</AppVersion>
  <Words>22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2026-05-11T11:23:05Z</dcterms:created>
  <dc:creator/>
  <dc:description/>
  <dc:language>en-US</dc:language>
  <cp:lastModifiedBy/>
  <dcterms:modified xsi:type="dcterms:W3CDTF">2026-05-18T16:17:26Z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(16:9)</vt:lpwstr>
  </property>
  <property fmtid="{D5CDD505-2E9C-101B-9397-08002B2CF9AE}" pid="4" name="Slides">
    <vt:i4>2</vt:i4>
  </property>
</Properties>
</file>
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ppt/slides/slide2.xml" ContentType="application/vnd.openxmlformats-officedocument.presentationml.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custom.xml" ContentType="application/vnd.openxmlformats-officedocument.custom-propertie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1" d="2"/>
          <a:sy n="1" d="2"/>
        </p:scale>
        <p:origin x="661026272" y="0"/>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 /><Relationship Id="rId15" Type="http://schemas.openxmlformats.org/officeDocument/2006/relationships/tableStyles" Target="tableStyles.xml" /><Relationship Id="rId1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83794368" name="PlaceHolder 1"/>
          <p:cNvSpPr>
            <a:spLocks noChangeAspect="1" noGrp="1" noRot="1"/>
          </p:cNvSpPr>
          <p:nvPr>
            <p:ph type="sldImg"/>
          </p:nvPr>
        </p:nvSpPr>
        <p:spPr bwMode="auto">
          <a:xfrm>
            <a:off x="0" y="764280"/>
            <a:ext cx="0" cy="0"/>
          </a:xfrm>
          <a:prstGeom prst="rect">
            <a:avLst/>
          </a:prstGeom>
          <a:noFill/>
          <a:ln w="0">
            <a:noFill/>
          </a:ln>
        </p:spPr>
        <p:txBody>
          <a:bodyPr lIns="0" tIns="0" rIns="0" bIns="0" anchor="ctr">
            <a:noAutofit/>
          </a:bodyPr>
          <a:lstStyle/>
          <a:p>
            <a:pPr defTabSz="914400">
              <a:lnSpc>
                <a:spcPct val="90000"/>
              </a:lnSpc>
              <a:tabLst>
                <a:tab pos="0" algn="l"/>
              </a:tabLst>
              <a:defRPr/>
            </a:pPr>
            <a:r>
              <a:rPr lang="fr-FR" sz="4400" b="0" u="none" strike="noStrike">
                <a:solidFill>
                  <a:schemeClr val="dk1"/>
                </a:solidFill>
                <a:latin typeface="Calibri Light"/>
              </a:rPr>
              <a:t>Click to move the slide</a:t>
            </a:r>
            <a:endParaRPr/>
          </a:p>
        </p:txBody>
      </p:sp>
      <p:sp>
        <p:nvSpPr>
          <p:cNvPr id="1487002103" name="PlaceHolder 2"/>
          <p:cNvSpPr>
            <a:spLocks noGrp="1"/>
          </p:cNvSpPr>
          <p:nvPr>
            <p:ph type="body"/>
          </p:nvPr>
        </p:nvSpPr>
        <p:spPr bwMode="auto">
          <a:xfrm>
            <a:off x="777240" y="4777560"/>
            <a:ext cx="6217560" cy="4525920"/>
          </a:xfrm>
          <a:prstGeom prst="rect">
            <a:avLst/>
          </a:prstGeom>
          <a:noFill/>
          <a:ln w="0">
            <a:noFill/>
          </a:ln>
        </p:spPr>
        <p:txBody>
          <a:bodyPr lIns="0" tIns="0" rIns="0" bIns="0" anchor="t">
            <a:noAutofit/>
          </a:bodyPr>
          <a:lstStyle/>
          <a:p>
            <a:pPr indent="0" algn="l">
              <a:buNone/>
              <a:defRPr/>
            </a:pPr>
            <a:r>
              <a:rPr lang="en-US" sz="2000" b="0" u="none" strike="noStrike">
                <a:solidFill>
                  <a:srgbClr val="000000"/>
                </a:solidFill>
                <a:latin typeface="Arial"/>
              </a:rPr>
              <a:t>Click to edit the notes format</a:t>
            </a:r>
            <a:endParaRPr/>
          </a:p>
        </p:txBody>
      </p:sp>
      <p:sp>
        <p:nvSpPr>
          <p:cNvPr id="2082321618" name="PlaceHolder 3"/>
          <p:cNvSpPr>
            <a:spLocks noGrp="1"/>
          </p:cNvSpPr>
          <p:nvPr>
            <p:ph type="hdr"/>
          </p:nvPr>
        </p:nvSpPr>
        <p:spPr bwMode="auto">
          <a:xfrm>
            <a:off x="0" y="0"/>
            <a:ext cx="3372840" cy="502560"/>
          </a:xfrm>
          <a:prstGeom prst="rect">
            <a:avLst/>
          </a:prstGeom>
          <a:noFill/>
          <a:ln w="0">
            <a:noFill/>
          </a:ln>
        </p:spPr>
        <p:txBody>
          <a:bodyPr lIns="0" tIns="0" rIns="0" bIns="0" anchor="t">
            <a:noAutofit/>
          </a:bodyPr>
          <a:lstStyle/>
          <a:p>
            <a:pPr indent="0" algn="l">
              <a:buNone/>
              <a:defRPr/>
            </a:pPr>
            <a:r>
              <a:rPr lang="en-US" sz="1400" b="0" u="none" strike="noStrike">
                <a:solidFill>
                  <a:srgbClr val="000000"/>
                </a:solidFill>
                <a:latin typeface="Times New Roman"/>
              </a:rPr>
              <a:t>&lt;header&gt;</a:t>
            </a:r>
            <a:endParaRPr/>
          </a:p>
        </p:txBody>
      </p:sp>
      <p:sp>
        <p:nvSpPr>
          <p:cNvPr id="694303920" name="PlaceHolder 4"/>
          <p:cNvSpPr>
            <a:spLocks noGrp="1"/>
          </p:cNvSpPr>
          <p:nvPr>
            <p:ph type="dt" idx="34"/>
          </p:nvPr>
        </p:nvSpPr>
        <p:spPr bwMode="auto">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latin typeface="Times New Roman"/>
              </a:defRPr>
            </a:lvl1pPr>
          </a:lstStyle>
          <a:p>
            <a:pPr indent="0" algn="r">
              <a:buNone/>
              <a:defRPr/>
            </a:pPr>
            <a:r>
              <a:rPr lang="en-US" sz="1400" b="0" u="none" strike="noStrike">
                <a:solidFill>
                  <a:srgbClr val="000000"/>
                </a:solidFill>
                <a:latin typeface="Times New Roman"/>
              </a:rPr>
              <a:t>&lt;date/time&gt;</a:t>
            </a:r>
            <a:endParaRPr/>
          </a:p>
        </p:txBody>
      </p:sp>
      <p:sp>
        <p:nvSpPr>
          <p:cNvPr id="1384451300" name="PlaceHolder 5"/>
          <p:cNvSpPr>
            <a:spLocks noGrp="1"/>
          </p:cNvSpPr>
          <p:nvPr>
            <p:ph type="ftr" idx="35"/>
          </p:nvPr>
        </p:nvSpPr>
        <p:spPr bwMode="auto">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latin typeface="Times New Roman"/>
              </a:defRPr>
            </a:lvl1pPr>
          </a:lstStyle>
          <a:p>
            <a:pPr indent="0" algn="l">
              <a:buNone/>
              <a:defRPr/>
            </a:pPr>
            <a:r>
              <a:rPr lang="en-US" sz="1400" b="0" u="none" strike="noStrike">
                <a:solidFill>
                  <a:srgbClr val="000000"/>
                </a:solidFill>
                <a:latin typeface="Times New Roman"/>
              </a:rPr>
              <a:t>&lt;footer&gt;</a:t>
            </a:r>
            <a:endParaRPr/>
          </a:p>
        </p:txBody>
      </p:sp>
      <p:sp>
        <p:nvSpPr>
          <p:cNvPr id="2040838676" name="PlaceHolder 6"/>
          <p:cNvSpPr>
            <a:spLocks noGrp="1"/>
          </p:cNvSpPr>
          <p:nvPr>
            <p:ph type="sldNum" idx="36"/>
          </p:nvPr>
        </p:nvSpPr>
        <p:spPr bwMode="auto">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latin typeface="Times New Roman"/>
              </a:defRPr>
            </a:lvl1pPr>
          </a:lstStyle>
          <a:p>
            <a:pPr indent="0" algn="r">
              <a:buNone/>
              <a:defRPr/>
            </a:pPr>
            <a:fld id="{2B89740B-F061-4D27-AC4E-46C535562BED}" type="slidenum">
              <a:rPr lang="en-US" sz="1400" b="0" u="none" strike="noStrike">
                <a:solidFill>
                  <a:srgbClr val="000000"/>
                </a:solidFill>
                <a:latin typeface="Times New Roman"/>
              </a:rPr>
              <a:t>‹#›</a:t>
            </a:fld>
            <a:endParaRPr lang="en-U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1130264" name="PlaceHolder 1"/>
          <p:cNvSpPr>
            <a:spLocks noChangeAspect="1" noGrp="1" noRot="1"/>
          </p:cNvSpPr>
          <p:nvPr>
            <p:ph type="sldImg"/>
          </p:nvPr>
        </p:nvSpPr>
        <p:spPr bwMode="auto">
          <a:xfrm>
            <a:off x="685800" y="1143000"/>
            <a:ext cx="5485680" cy="3085560"/>
          </a:xfrm>
          <a:prstGeom prst="rect">
            <a:avLst/>
          </a:prstGeom>
          <a:ln w="0">
            <a:noFill/>
          </a:ln>
        </p:spPr>
      </p:sp>
      <p:sp>
        <p:nvSpPr>
          <p:cNvPr id="1518395920"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1989743209" name="PlaceHolder 3"/>
          <p:cNvSpPr>
            <a:spLocks noGrp="1"/>
          </p:cNvSpPr>
          <p:nvPr>
            <p:ph type="sldNum" idx="37"/>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BA13515E-30E0-4EAA-8EB0-26BB4DFFF660}" type="slidenum">
              <a:rPr lang="en-US" sz="1200" b="0" u="none" strike="noStrike">
                <a:solidFill>
                  <a:srgbClr val="000000"/>
                </a:solidFill>
                <a:latin typeface="Times New Roman"/>
              </a:rPr>
              <a:t>1</a:t>
            </a:fld>
            <a:endParaRPr lang="en-US" sz="1200" b="0" u="none" strike="noStrike">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4295834" name="PlaceHolder 1"/>
          <p:cNvSpPr>
            <a:spLocks noChangeAspect="1" noGrp="1" noRot="1"/>
          </p:cNvSpPr>
          <p:nvPr>
            <p:ph type="sldImg"/>
          </p:nvPr>
        </p:nvSpPr>
        <p:spPr bwMode="auto">
          <a:xfrm>
            <a:off x="685800" y="1143000"/>
            <a:ext cx="5485680" cy="3085560"/>
          </a:xfrm>
          <a:prstGeom prst="rect">
            <a:avLst/>
          </a:prstGeom>
          <a:ln w="0">
            <a:noFill/>
          </a:ln>
        </p:spPr>
      </p:sp>
      <p:sp>
        <p:nvSpPr>
          <p:cNvPr id="189803515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1047106287" name="PlaceHolder 3"/>
          <p:cNvSpPr>
            <a:spLocks noGrp="1"/>
          </p:cNvSpPr>
          <p:nvPr>
            <p:ph type="sldNum" idx="38"/>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E92E029A-AA05-4B54-99EC-7043BD2CD980}" type="slidenum">
              <a:rPr lang="en-US" sz="1200" b="0" u="none" strike="noStrike">
                <a:solidFill>
                  <a:srgbClr val="000000"/>
                </a:solidFill>
                <a:latin typeface="Times New Roman"/>
              </a:rPr>
              <a:t>2</a:t>
            </a:fld>
            <a:endParaRPr lang="en-US" sz="1200" b="0" u="none" strike="noStrike">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627667" name="PlaceHolder 1"/>
          <p:cNvSpPr>
            <a:spLocks noChangeAspect="1" noGrp="1" noRot="1"/>
          </p:cNvSpPr>
          <p:nvPr>
            <p:ph type="sldImg"/>
          </p:nvPr>
        </p:nvSpPr>
        <p:spPr bwMode="auto">
          <a:xfrm>
            <a:off x="685800" y="1143000"/>
            <a:ext cx="5485680" cy="3085560"/>
          </a:xfrm>
          <a:prstGeom prst="rect">
            <a:avLst/>
          </a:prstGeom>
          <a:ln w="0">
            <a:noFill/>
          </a:ln>
        </p:spPr>
      </p:sp>
      <p:sp>
        <p:nvSpPr>
          <p:cNvPr id="1373579718"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1518549218" name="PlaceHolder 3"/>
          <p:cNvSpPr>
            <a:spLocks noGrp="1"/>
          </p:cNvSpPr>
          <p:nvPr>
            <p:ph type="sldNum" idx="39"/>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6C78097C-F04E-46CF-BAD8-4A812FBD577B}" type="slidenum">
              <a:rPr lang="en-US" sz="1200" b="0" u="none" strike="noStrike">
                <a:solidFill>
                  <a:srgbClr val="000000"/>
                </a:solidFill>
                <a:latin typeface="Times New Roman"/>
              </a:rPr>
              <a:t>3</a:t>
            </a:fld>
            <a:endParaRPr lang="en-US" sz="1200" b="0" u="none" strike="noStrike">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1073190" name="PlaceHolder 1"/>
          <p:cNvSpPr>
            <a:spLocks noChangeAspect="1" noGrp="1" noRot="1"/>
          </p:cNvSpPr>
          <p:nvPr>
            <p:ph type="sldImg"/>
          </p:nvPr>
        </p:nvSpPr>
        <p:spPr bwMode="auto">
          <a:xfrm>
            <a:off x="685800" y="1143000"/>
            <a:ext cx="5485680" cy="3085560"/>
          </a:xfrm>
          <a:prstGeom prst="rect">
            <a:avLst/>
          </a:prstGeom>
          <a:ln w="0">
            <a:noFill/>
          </a:ln>
        </p:spPr>
      </p:sp>
      <p:sp>
        <p:nvSpPr>
          <p:cNvPr id="211357235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311465744" name="PlaceHolder 3"/>
          <p:cNvSpPr>
            <a:spLocks noGrp="1"/>
          </p:cNvSpPr>
          <p:nvPr>
            <p:ph type="sldNum" idx="40"/>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61470692-31BA-41BF-92C1-AE87AC13155E}" type="slidenum">
              <a:rPr lang="en-US" sz="1200" b="0" u="none" strike="noStrike">
                <a:solidFill>
                  <a:srgbClr val="000000"/>
                </a:solidFill>
                <a:latin typeface="Times New Roman"/>
              </a:rPr>
              <a:t>4</a:t>
            </a:fld>
            <a:endParaRPr lang="en-US" sz="1200" b="0" u="none" strike="noStrike">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4197303" name="PlaceHolder 1"/>
          <p:cNvSpPr>
            <a:spLocks noChangeAspect="1" noGrp="1" noRot="1"/>
          </p:cNvSpPr>
          <p:nvPr>
            <p:ph type="sldImg"/>
          </p:nvPr>
        </p:nvSpPr>
        <p:spPr bwMode="auto">
          <a:xfrm>
            <a:off x="685800" y="1143000"/>
            <a:ext cx="5485680" cy="3085560"/>
          </a:xfrm>
          <a:prstGeom prst="rect">
            <a:avLst/>
          </a:prstGeom>
          <a:ln w="0">
            <a:noFill/>
          </a:ln>
        </p:spPr>
      </p:sp>
      <p:sp>
        <p:nvSpPr>
          <p:cNvPr id="96477935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510755797" name="PlaceHolder 3"/>
          <p:cNvSpPr>
            <a:spLocks noGrp="1"/>
          </p:cNvSpPr>
          <p:nvPr>
            <p:ph type="sldNum" idx="41"/>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FE2890B1-61D9-4ED5-848B-16A4A8AD95ED}" type="slidenum">
              <a:rPr lang="en-US" sz="1200" b="0" u="none" strike="noStrike">
                <a:solidFill>
                  <a:srgbClr val="000000"/>
                </a:solidFill>
                <a:latin typeface="Times New Roman"/>
              </a:rPr>
              <a:t>5</a:t>
            </a:fld>
            <a:endParaRPr lang="en-U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3555157" name="PlaceHolder 1"/>
          <p:cNvSpPr>
            <a:spLocks noChangeAspect="1" noGrp="1" noRot="1"/>
          </p:cNvSpPr>
          <p:nvPr>
            <p:ph type="sldImg"/>
          </p:nvPr>
        </p:nvSpPr>
        <p:spPr bwMode="auto">
          <a:xfrm>
            <a:off x="685800" y="1143000"/>
            <a:ext cx="5485680" cy="3085560"/>
          </a:xfrm>
          <a:prstGeom prst="rect">
            <a:avLst/>
          </a:prstGeom>
          <a:ln w="0">
            <a:noFill/>
          </a:ln>
        </p:spPr>
      </p:sp>
      <p:sp>
        <p:nvSpPr>
          <p:cNvPr id="1642851881"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34226474" name="PlaceHolder 3"/>
          <p:cNvSpPr>
            <a:spLocks noGrp="1"/>
          </p:cNvSpPr>
          <p:nvPr>
            <p:ph type="sldNum" idx="42"/>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0FC8927C-7807-4033-B2F5-99B77B362569}" type="slidenum">
              <a:rPr lang="en-US" sz="1200" b="0" u="none" strike="noStrike">
                <a:solidFill>
                  <a:srgbClr val="000000"/>
                </a:solidFill>
                <a:latin typeface="Times New Roman"/>
              </a:rPr>
              <a:t>6</a:t>
            </a:fld>
            <a:endParaRPr lang="en-US" sz="1200" b="0" u="none" strike="noStrike">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72514" name="PlaceHolder 1"/>
          <p:cNvSpPr>
            <a:spLocks noChangeAspect="1" noGrp="1" noRot="1"/>
          </p:cNvSpPr>
          <p:nvPr>
            <p:ph type="sldImg"/>
          </p:nvPr>
        </p:nvSpPr>
        <p:spPr bwMode="auto">
          <a:xfrm>
            <a:off x="685800" y="1143000"/>
            <a:ext cx="5485680" cy="3085560"/>
          </a:xfrm>
          <a:prstGeom prst="rect">
            <a:avLst/>
          </a:prstGeom>
          <a:ln w="0">
            <a:noFill/>
          </a:ln>
        </p:spPr>
      </p:sp>
      <p:sp>
        <p:nvSpPr>
          <p:cNvPr id="139621576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355004633" name="PlaceHolder 3"/>
          <p:cNvSpPr>
            <a:spLocks noGrp="1"/>
          </p:cNvSpPr>
          <p:nvPr>
            <p:ph type="sldNum" idx="43"/>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04104670-EB99-4D05-9D21-23FFD0BADF24}" type="slidenum">
              <a:rPr lang="en-US" sz="1200" b="0" u="none" strike="noStrike">
                <a:solidFill>
                  <a:srgbClr val="000000"/>
                </a:solidFill>
                <a:latin typeface="Times New Roman"/>
              </a:rPr>
              <a:t>7</a:t>
            </a:fld>
            <a:endParaRPr lang="en-US" sz="1200" b="0" u="none" strike="noStrike">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8577168" name="PlaceHolder 1"/>
          <p:cNvSpPr>
            <a:spLocks noChangeAspect="1" noGrp="1" noRot="1"/>
          </p:cNvSpPr>
          <p:nvPr>
            <p:ph type="sldImg"/>
          </p:nvPr>
        </p:nvSpPr>
        <p:spPr bwMode="auto">
          <a:xfrm>
            <a:off x="685800" y="1143000"/>
            <a:ext cx="5486400" cy="3086100"/>
          </a:xfrm>
          <a:prstGeom prst="rect">
            <a:avLst/>
          </a:prstGeom>
          <a:ln w="0">
            <a:noFill/>
          </a:ln>
        </p:spPr>
      </p:sp>
      <p:sp>
        <p:nvSpPr>
          <p:cNvPr id="71481745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152698156" name="PlaceHolder 3"/>
          <p:cNvSpPr>
            <a:spLocks noGrp="1"/>
          </p:cNvSpPr>
          <p:nvPr>
            <p:ph type="sldNum" idx="44"/>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4EEF5AC5-26B1-4AF2-8027-F60D3FFAE90B}" type="slidenum">
              <a:rPr lang="en-US" sz="1200" b="0" u="none" strike="noStrike">
                <a:solidFill>
                  <a:srgbClr val="000000"/>
                </a:solidFill>
                <a:latin typeface="Times New Roman"/>
              </a:rPr>
              <a:t>8</a:t>
            </a:fld>
            <a:endParaRPr lang="en-US" sz="1200" b="0" u="none" strike="noStrike">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9967668" name="PlaceHolder 1"/>
          <p:cNvSpPr>
            <a:spLocks noChangeAspect="1" noGrp="1" noRot="1"/>
          </p:cNvSpPr>
          <p:nvPr>
            <p:ph type="sldImg"/>
          </p:nvPr>
        </p:nvSpPr>
        <p:spPr bwMode="auto">
          <a:xfrm>
            <a:off x="685800" y="1143000"/>
            <a:ext cx="5485680" cy="3085560"/>
          </a:xfrm>
          <a:prstGeom prst="rect">
            <a:avLst/>
          </a:prstGeom>
          <a:ln w="0">
            <a:noFill/>
          </a:ln>
        </p:spPr>
      </p:sp>
      <p:sp>
        <p:nvSpPr>
          <p:cNvPr id="701790218"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lstStyle/>
          <a:p>
            <a:pPr indent="0" algn="l">
              <a:buNone/>
              <a:defRPr/>
            </a:pPr>
            <a:endParaRPr lang="en-US" sz="1800" b="0" u="none" strike="noStrike">
              <a:solidFill>
                <a:srgbClr val="000000"/>
              </a:solidFill>
              <a:latin typeface="Arial"/>
            </a:endParaRPr>
          </a:p>
        </p:txBody>
      </p:sp>
      <p:sp>
        <p:nvSpPr>
          <p:cNvPr id="523657964" name="PlaceHolder 3"/>
          <p:cNvSpPr>
            <a:spLocks noGrp="1"/>
          </p:cNvSpPr>
          <p:nvPr>
            <p:ph type="sldNum" idx="58"/>
          </p:nvPr>
        </p:nvSpPr>
        <p:spPr bwMode="auto">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latin typeface="Times New Roman"/>
              </a:defRPr>
            </a:lvl1pPr>
          </a:lstStyle>
          <a:p>
            <a:pPr indent="0" algn="r">
              <a:lnSpc>
                <a:spcPct val="100000"/>
              </a:lnSpc>
              <a:buNone/>
              <a:tabLst>
                <a:tab pos="0" algn="l"/>
              </a:tabLst>
              <a:defRPr/>
            </a:pPr>
            <a:fld id="{4433F0C3-9F45-4D22-951D-5D54D9DE7ECE}" type="slidenum">
              <a:rPr lang="en-US" sz="1200" b="0" u="none" strike="noStrike">
                <a:solidFill>
                  <a:srgbClr val="000000"/>
                </a:solidFill>
                <a:latin typeface="Times New Roman"/>
              </a:rPr>
              <a:t>22</a:t>
            </a:fld>
            <a:endParaRPr lang="en-US" sz="1200" b="0" u="none" strike="noStrike">
              <a:solidFill>
                <a:srgbClr val="000000"/>
              </a:solidFill>
              <a:latin typeface="Times New Roman"/>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Comparaison">
    <p:bg>
      <p:bgPr shadeToTitle="0">
        <a:solidFill>
          <a:srgbClr val="FFFFFF"/>
        </a:solidFill>
      </p:bgPr>
    </p:bg>
    <p:spTree>
      <p:nvGrpSpPr>
        <p:cNvPr id="1" name=""/>
        <p:cNvGrpSpPr/>
        <p:nvPr/>
      </p:nvGrpSpPr>
      <p:grpSpPr bwMode="auto">
        <a:xfrm>
          <a:off x="0" y="0"/>
          <a:ext cx="0" cy="0"/>
          <a:chOff x="0" y="0"/>
          <a:chExt cx="0" cy="0"/>
        </a:xfrm>
      </p:grpSpPr>
      <p:sp>
        <p:nvSpPr>
          <p:cNvPr id="1813959249" name="PlaceHolder 1"/>
          <p:cNvSpPr>
            <a:spLocks noGrp="1"/>
          </p:cNvSpPr>
          <p:nvPr>
            <p:ph type="title"/>
          </p:nvPr>
        </p:nvSpPr>
        <p:spPr bwMode="auto">
          <a:xfrm>
            <a:off x="839879"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4400" b="0" u="none" strike="noStrike">
                <a:solidFill>
                  <a:schemeClr val="dk1"/>
                </a:solidFill>
                <a:latin typeface="Calibri Light"/>
                <a:ea typeface="Arial"/>
              </a:rPr>
              <a:t>Modifiez le style du titre</a:t>
            </a:r>
            <a:endParaRPr lang="fr-FR" sz="4400" b="0" u="none" strike="noStrike">
              <a:solidFill>
                <a:schemeClr val="dk1"/>
              </a:solidFill>
              <a:latin typeface="Calibri Light"/>
            </a:endParaRPr>
          </a:p>
        </p:txBody>
      </p:sp>
      <p:sp>
        <p:nvSpPr>
          <p:cNvPr id="1722890672" name="PlaceHolder 2"/>
          <p:cNvSpPr>
            <a:spLocks noGrp="1"/>
          </p:cNvSpPr>
          <p:nvPr>
            <p:ph type="body"/>
          </p:nvPr>
        </p:nvSpPr>
        <p:spPr bwMode="auto">
          <a:xfrm>
            <a:off x="839879"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latin typeface="Calibri"/>
                <a:ea typeface="Arial"/>
              </a:defRPr>
            </a:lvl1pPr>
          </a:lstStyle>
          <a:p>
            <a:pPr indent="0" algn="l" defTabSz="914400">
              <a:lnSpc>
                <a:spcPct val="90000"/>
              </a:lnSpc>
              <a:spcBef>
                <a:spcPts val="1001"/>
              </a:spcBef>
              <a:buNone/>
              <a:tabLst>
                <a:tab pos="0" algn="l"/>
              </a:tabLst>
              <a:defRPr/>
            </a:pPr>
            <a:r>
              <a:rPr lang="fr-FR" sz="2400" b="1" u="none" strike="noStrike">
                <a:solidFill>
                  <a:schemeClr val="dk1"/>
                </a:solidFill>
                <a:latin typeface="Calibri"/>
                <a:ea typeface="Arial"/>
              </a:rPr>
              <a:t>Modifier les styles du texte du masque</a:t>
            </a:r>
            <a:br>
              <a:rPr sz="2400"/>
            </a:br>
            <a:r>
              <a:rPr lang="fr-FR" sz="2400" b="1" u="none" strike="noStrike">
                <a:solidFill>
                  <a:schemeClr val="dk1"/>
                </a:solidFill>
                <a:latin typeface="Calibri"/>
                <a:ea typeface="Arial"/>
              </a:rPr>
              <a:t>Deuxième niveau</a:t>
            </a:r>
            <a:br>
              <a:rPr sz="2400"/>
            </a:br>
            <a:r>
              <a:rPr lang="fr-FR" sz="2400" b="1" u="none" strike="noStrike">
                <a:solidFill>
                  <a:schemeClr val="dk1"/>
                </a:solidFill>
                <a:latin typeface="Calibri"/>
                <a:ea typeface="Arial"/>
              </a:rPr>
              <a:t>Troisième niveau</a:t>
            </a:r>
            <a:br>
              <a:rPr sz="2400"/>
            </a:br>
            <a:r>
              <a:rPr lang="fr-FR" sz="2400" b="1" u="none" strike="noStrike">
                <a:solidFill>
                  <a:schemeClr val="dk1"/>
                </a:solidFill>
                <a:latin typeface="Calibri"/>
                <a:ea typeface="Arial"/>
              </a:rPr>
              <a:t>Quatrième niveau</a:t>
            </a:r>
            <a:br>
              <a:rPr sz="2400"/>
            </a:br>
            <a:r>
              <a:rPr lang="fr-FR" sz="2400" b="1" u="none" strike="noStrike">
                <a:solidFill>
                  <a:schemeClr val="dk1"/>
                </a:solidFill>
                <a:latin typeface="Calibri"/>
                <a:ea typeface="Arial"/>
              </a:rPr>
              <a:t>Cinquième niveau</a:t>
            </a:r>
            <a:endParaRPr lang="fr-FR" sz="2400" b="0" u="none" strike="noStrike">
              <a:solidFill>
                <a:schemeClr val="dk1"/>
              </a:solidFill>
              <a:latin typeface="Calibri"/>
            </a:endParaRPr>
          </a:p>
        </p:txBody>
      </p:sp>
      <p:sp>
        <p:nvSpPr>
          <p:cNvPr id="1034218065" name="PlaceHolder 3"/>
          <p:cNvSpPr>
            <a:spLocks noGrp="1"/>
          </p:cNvSpPr>
          <p:nvPr>
            <p:ph type="body"/>
          </p:nvPr>
        </p:nvSpPr>
        <p:spPr bwMode="auto">
          <a:xfrm>
            <a:off x="839879"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tabLst>
                <a:tab pos="0" algn="l"/>
              </a:tabLst>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630330034" name="PlaceHolder 4"/>
          <p:cNvSpPr>
            <a:spLocks noGrp="1"/>
          </p:cNvSpPr>
          <p:nvPr>
            <p:ph type="body"/>
          </p:nvPr>
        </p:nvSpPr>
        <p:spPr bwMode="auto">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latin typeface="Calibri"/>
                <a:ea typeface="Arial"/>
              </a:defRPr>
            </a:lvl1pPr>
          </a:lstStyle>
          <a:p>
            <a:pPr indent="0" algn="l" defTabSz="914400">
              <a:lnSpc>
                <a:spcPct val="90000"/>
              </a:lnSpc>
              <a:spcBef>
                <a:spcPts val="1001"/>
              </a:spcBef>
              <a:buNone/>
              <a:tabLst>
                <a:tab pos="0" algn="l"/>
              </a:tabLst>
              <a:defRPr/>
            </a:pPr>
            <a:r>
              <a:rPr lang="fr-FR" sz="2400" b="1" u="none" strike="noStrike">
                <a:solidFill>
                  <a:schemeClr val="dk1"/>
                </a:solidFill>
                <a:latin typeface="Calibri"/>
                <a:ea typeface="Arial"/>
              </a:rPr>
              <a:t>Modifier les styles du texte du masque</a:t>
            </a:r>
            <a:br>
              <a:rPr sz="2400"/>
            </a:br>
            <a:r>
              <a:rPr lang="fr-FR" sz="2400" b="1" u="none" strike="noStrike">
                <a:solidFill>
                  <a:schemeClr val="dk1"/>
                </a:solidFill>
                <a:latin typeface="Calibri"/>
                <a:ea typeface="Arial"/>
              </a:rPr>
              <a:t>Deuxième niveau</a:t>
            </a:r>
            <a:br>
              <a:rPr sz="2400"/>
            </a:br>
            <a:r>
              <a:rPr lang="fr-FR" sz="2400" b="1" u="none" strike="noStrike">
                <a:solidFill>
                  <a:schemeClr val="dk1"/>
                </a:solidFill>
                <a:latin typeface="Calibri"/>
                <a:ea typeface="Arial"/>
              </a:rPr>
              <a:t>Troisième niveau</a:t>
            </a:r>
            <a:br>
              <a:rPr sz="2400"/>
            </a:br>
            <a:r>
              <a:rPr lang="fr-FR" sz="2400" b="1" u="none" strike="noStrike">
                <a:solidFill>
                  <a:schemeClr val="dk1"/>
                </a:solidFill>
                <a:latin typeface="Calibri"/>
                <a:ea typeface="Arial"/>
              </a:rPr>
              <a:t>Quatrième niveau</a:t>
            </a:r>
            <a:br>
              <a:rPr sz="2400"/>
            </a:br>
            <a:r>
              <a:rPr lang="fr-FR" sz="2400" b="1" u="none" strike="noStrike">
                <a:solidFill>
                  <a:schemeClr val="dk1"/>
                </a:solidFill>
                <a:latin typeface="Calibri"/>
                <a:ea typeface="Arial"/>
              </a:rPr>
              <a:t>Cinquième niveau</a:t>
            </a:r>
            <a:endParaRPr lang="fr-FR" sz="2400" b="0" u="none" strike="noStrike">
              <a:solidFill>
                <a:schemeClr val="dk1"/>
              </a:solidFill>
              <a:latin typeface="Calibri"/>
            </a:endParaRPr>
          </a:p>
        </p:txBody>
      </p:sp>
      <p:sp>
        <p:nvSpPr>
          <p:cNvPr id="1522887085" name="PlaceHolder 5"/>
          <p:cNvSpPr>
            <a:spLocks noGrp="1"/>
          </p:cNvSpPr>
          <p:nvPr>
            <p:ph type="body"/>
          </p:nvPr>
        </p:nvSpPr>
        <p:spPr bwMode="auto">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tabLst>
                <a:tab pos="0" algn="l"/>
              </a:tabLst>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888116960" name="PlaceHolder 6"/>
          <p:cNvSpPr>
            <a:spLocks noGrp="1"/>
          </p:cNvSpPr>
          <p:nvPr>
            <p:ph type="dt" idx="1"/>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45779704" name="PlaceHolder 7"/>
          <p:cNvSpPr>
            <a:spLocks noGrp="1"/>
          </p:cNvSpPr>
          <p:nvPr>
            <p:ph type="ftr" idx="2"/>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1372273841" name="PlaceHolder 8"/>
          <p:cNvSpPr>
            <a:spLocks noGrp="1"/>
          </p:cNvSpPr>
          <p:nvPr>
            <p:ph type="sldNum" idx="3"/>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56FE46ED-1DB4-4FEC-B276-ED303ACAAE97}"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seul">
    <p:bg>
      <p:bgPr shadeToTitle="0">
        <a:solidFill>
          <a:srgbClr val="FFFFFF"/>
        </a:solidFill>
      </p:bgPr>
    </p:bg>
    <p:spTree>
      <p:nvGrpSpPr>
        <p:cNvPr id="1" name=""/>
        <p:cNvGrpSpPr/>
        <p:nvPr/>
      </p:nvGrpSpPr>
      <p:grpSpPr bwMode="auto">
        <a:xfrm>
          <a:off x="0" y="0"/>
          <a:ext cx="0" cy="0"/>
          <a:chOff x="0" y="0"/>
          <a:chExt cx="0" cy="0"/>
        </a:xfrm>
      </p:grpSpPr>
      <p:sp>
        <p:nvSpPr>
          <p:cNvPr id="1588311390" name="PlaceHolder 1"/>
          <p:cNvSpPr>
            <a:spLocks noGrp="1"/>
          </p:cNvSpPr>
          <p:nvPr>
            <p:ph type="title"/>
          </p:nvPr>
        </p:nvSpPr>
        <p:spPr bwMode="auto">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4400" b="0" u="none" strike="noStrike">
                <a:solidFill>
                  <a:schemeClr val="dk1"/>
                </a:solidFill>
                <a:latin typeface="Calibri Light"/>
                <a:ea typeface="Arial"/>
              </a:rPr>
              <a:t>Modifiez le style du titre</a:t>
            </a:r>
            <a:endParaRPr lang="fr-FR" sz="4400" b="0" u="none" strike="noStrike">
              <a:solidFill>
                <a:schemeClr val="dk1"/>
              </a:solidFill>
              <a:latin typeface="Calibri Light"/>
            </a:endParaRPr>
          </a:p>
        </p:txBody>
      </p:sp>
      <p:sp>
        <p:nvSpPr>
          <p:cNvPr id="757388617" name="PlaceHolder 2"/>
          <p:cNvSpPr>
            <a:spLocks noGrp="1"/>
          </p:cNvSpPr>
          <p:nvPr>
            <p:ph type="dt" idx="4"/>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301805110" name="PlaceHolder 3"/>
          <p:cNvSpPr>
            <a:spLocks noGrp="1"/>
          </p:cNvSpPr>
          <p:nvPr>
            <p:ph type="ftr" idx="5"/>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63385935" name="PlaceHolder 4"/>
          <p:cNvSpPr>
            <a:spLocks noGrp="1"/>
          </p:cNvSpPr>
          <p:nvPr>
            <p:ph type="sldNum" idx="6"/>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E2A4A9BA-1686-44E4-99FD-A2779D12E5FF}"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bg>
      <p:bgPr shadeToTitle="0">
        <a:solidFill>
          <a:srgbClr val="FFFFFF"/>
        </a:solidFill>
      </p:bgPr>
    </p:bg>
    <p:spTree>
      <p:nvGrpSpPr>
        <p:cNvPr id="1" name=""/>
        <p:cNvGrpSpPr/>
        <p:nvPr/>
      </p:nvGrpSpPr>
      <p:grpSpPr bwMode="auto">
        <a:xfrm>
          <a:off x="0" y="0"/>
          <a:ext cx="0" cy="0"/>
          <a:chOff x="0" y="0"/>
          <a:chExt cx="0" cy="0"/>
        </a:xfrm>
      </p:grpSpPr>
      <p:sp>
        <p:nvSpPr>
          <p:cNvPr id="127597026" name="PlaceHolder 1"/>
          <p:cNvSpPr>
            <a:spLocks noGrp="1"/>
          </p:cNvSpPr>
          <p:nvPr>
            <p:ph type="dt" idx="7"/>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46939570" name="PlaceHolder 2"/>
          <p:cNvSpPr>
            <a:spLocks noGrp="1"/>
          </p:cNvSpPr>
          <p:nvPr>
            <p:ph type="ftr" idx="8"/>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706123555" name="PlaceHolder 3"/>
          <p:cNvSpPr>
            <a:spLocks noGrp="1"/>
          </p:cNvSpPr>
          <p:nvPr>
            <p:ph type="sldNum" idx="9"/>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67A8CB1A-6E7E-4FF7-B90D-890C6D7C0527}"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
        <p:nvSpPr>
          <p:cNvPr id="1888729955" name="PlaceHolder 4"/>
          <p:cNvSpPr>
            <a:spLocks noGrp="1"/>
          </p:cNvSpPr>
          <p:nvPr>
            <p:ph type="title"/>
          </p:nvPr>
        </p:nvSpPr>
        <p:spPr bwMode="auto">
          <a:xfrm>
            <a:off x="609480" y="273600"/>
            <a:ext cx="10972079"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fr-FR" sz="4400" b="0" u="none" strike="noStrike">
                <a:solidFill>
                  <a:schemeClr val="dk1"/>
                </a:solidFill>
                <a:latin typeface="Calibri Light"/>
              </a:defRPr>
            </a:lvl1pPr>
          </a:lstStyle>
          <a:p>
            <a:pPr indent="0" algn="l" defTabSz="914400">
              <a:lnSpc>
                <a:spcPct val="90000"/>
              </a:lnSpc>
              <a:buNone/>
              <a:tabLst>
                <a:tab pos="0" algn="l"/>
              </a:tabLst>
              <a:defRPr/>
            </a:pPr>
            <a:r>
              <a:rPr lang="fr-FR" sz="4400" b="0" u="none" strike="noStrike">
                <a:solidFill>
                  <a:schemeClr val="dk1"/>
                </a:solidFill>
                <a:latin typeface="Calibri Light"/>
              </a:rPr>
              <a:t>Click to edit the title text format</a:t>
            </a:r>
            <a:endParaRPr/>
          </a:p>
        </p:txBody>
      </p:sp>
      <p:sp>
        <p:nvSpPr>
          <p:cNvPr id="1191442437" name="PlaceHolder 5"/>
          <p:cNvSpPr>
            <a:spLocks noGrp="1"/>
          </p:cNvSpPr>
          <p:nvPr>
            <p:ph type="body"/>
          </p:nvPr>
        </p:nvSpPr>
        <p:spPr bwMode="auto">
          <a:xfrm>
            <a:off x="609480" y="1604520"/>
            <a:ext cx="10972079"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defRPr lang="fr-FR" sz="20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defRPr lang="fr-FR" sz="18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defRPr lang="fr-FR" sz="18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defRPr lang="fr-FR" sz="20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defRPr lang="fr-FR" sz="20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defRPr lang="fr-FR" sz="2000" b="0" u="none" strike="noStrike">
                <a:solidFill>
                  <a:schemeClr val="dk1"/>
                </a:solidFill>
                <a:latin typeface="Calibri"/>
              </a:defRPr>
            </a:lvl7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rPr>
              <a:t>Click to edit the outline text format</a:t>
            </a:r>
            <a:endParaRPr/>
          </a:p>
          <a:p>
            <a:pPr marL="864000" lvl="1" indent="-324000" algn="l" defTabSz="914400">
              <a:lnSpc>
                <a:spcPct val="90000"/>
              </a:lnSpc>
              <a:spcBef>
                <a:spcPts val="1134"/>
              </a:spcBef>
              <a:buClr>
                <a:srgbClr val="000000"/>
              </a:buClr>
              <a:buSzPct val="75000"/>
              <a:buFont typeface="Symbol"/>
              <a:buChar char=""/>
              <a:defRPr/>
            </a:pPr>
            <a:r>
              <a:rPr lang="fr-FR" sz="2000" b="0" u="none" strike="noStrike">
                <a:solidFill>
                  <a:schemeClr val="dk1"/>
                </a:solidFill>
                <a:latin typeface="Calibri"/>
              </a:rPr>
              <a:t>Second Outline Level</a:t>
            </a:r>
            <a:endParaRPr/>
          </a:p>
          <a:p>
            <a:pPr marL="1296000" lvl="2" indent="-288000" algn="l" defTabSz="914400">
              <a:lnSpc>
                <a:spcPct val="90000"/>
              </a:lnSpc>
              <a:spcBef>
                <a:spcPts val="850"/>
              </a:spcBef>
              <a:buClr>
                <a:srgbClr val="000000"/>
              </a:buClr>
              <a:buSzPct val="45000"/>
              <a:buFont typeface="Wingdings"/>
              <a:buChar char=""/>
              <a:defRPr/>
            </a:pPr>
            <a:r>
              <a:rPr lang="fr-FR" sz="1800" b="0" u="none" strike="noStrike">
                <a:solidFill>
                  <a:schemeClr val="dk1"/>
                </a:solidFill>
                <a:latin typeface="Calibri"/>
              </a:rPr>
              <a:t>Third Outline Level</a:t>
            </a:r>
            <a:endParaRPr/>
          </a:p>
          <a:p>
            <a:pPr marL="1728000" lvl="3" indent="-216000" algn="l" defTabSz="914400">
              <a:lnSpc>
                <a:spcPct val="90000"/>
              </a:lnSpc>
              <a:spcBef>
                <a:spcPts val="567"/>
              </a:spcBef>
              <a:buClr>
                <a:srgbClr val="000000"/>
              </a:buClr>
              <a:buSzPct val="75000"/>
              <a:buFont typeface="Symbol"/>
              <a:buChar char=""/>
              <a:defRPr/>
            </a:pPr>
            <a:r>
              <a:rPr lang="fr-FR" sz="1800" b="0" u="none" strike="noStrike">
                <a:solidFill>
                  <a:schemeClr val="dk1"/>
                </a:solidFill>
                <a:latin typeface="Calibri"/>
              </a:rPr>
              <a:t>Fourth Outline Level</a:t>
            </a:r>
            <a:endParaRPr/>
          </a:p>
          <a:p>
            <a:pPr marL="2160000" lvl="4" indent="-216000" algn="l" defTabSz="914400">
              <a:lnSpc>
                <a:spcPct val="90000"/>
              </a:lnSpc>
              <a:spcBef>
                <a:spcPts val="283"/>
              </a:spcBef>
              <a:buClr>
                <a:srgbClr val="000000"/>
              </a:buClr>
              <a:buSzPct val="45000"/>
              <a:buFont typeface="Wingdings"/>
              <a:buChar char=""/>
              <a:defRPr/>
            </a:pPr>
            <a:r>
              <a:rPr lang="fr-FR" sz="2000" b="0" u="none" strike="noStrike">
                <a:solidFill>
                  <a:schemeClr val="dk1"/>
                </a:solidFill>
                <a:latin typeface="Calibri"/>
              </a:rPr>
              <a:t>Fifth Outline Level</a:t>
            </a:r>
            <a:endParaRPr/>
          </a:p>
          <a:p>
            <a:pPr marL="2592000" lvl="5" indent="-216000" algn="l" defTabSz="914400">
              <a:lnSpc>
                <a:spcPct val="90000"/>
              </a:lnSpc>
              <a:spcBef>
                <a:spcPts val="283"/>
              </a:spcBef>
              <a:buClr>
                <a:srgbClr val="000000"/>
              </a:buClr>
              <a:buSzPct val="45000"/>
              <a:buFont typeface="Wingdings"/>
              <a:buChar char=""/>
              <a:defRPr/>
            </a:pPr>
            <a:r>
              <a:rPr lang="fr-FR" sz="2000" b="0" u="none" strike="noStrike">
                <a:solidFill>
                  <a:schemeClr val="dk1"/>
                </a:solidFill>
                <a:latin typeface="Calibri"/>
              </a:rPr>
              <a:t>Sixth Outline Level</a:t>
            </a:r>
            <a:endParaRPr/>
          </a:p>
          <a:p>
            <a:pPr marL="3024000" lvl="6" indent="-216000" algn="l" defTabSz="914400">
              <a:lnSpc>
                <a:spcPct val="90000"/>
              </a:lnSpc>
              <a:spcBef>
                <a:spcPts val="283"/>
              </a:spcBef>
              <a:buClr>
                <a:srgbClr val="000000"/>
              </a:buClr>
              <a:buSzPct val="45000"/>
              <a:buFont typeface="Wingdings"/>
              <a:buChar char=""/>
              <a:defRPr/>
            </a:pPr>
            <a:r>
              <a:rPr lang="fr-FR" sz="2000" b="0" u="none" strike="noStrike">
                <a:solidFill>
                  <a:schemeClr val="dk1"/>
                </a:solidFill>
                <a:latin typeface="Calibri"/>
              </a:rPr>
              <a:t>Seventh Outline Level</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Contenu avec légende">
    <p:bg>
      <p:bgPr shadeToTitle="0">
        <a:solidFill>
          <a:srgbClr val="FFFFFF"/>
        </a:solidFill>
      </p:bgPr>
    </p:bg>
    <p:spTree>
      <p:nvGrpSpPr>
        <p:cNvPr id="1" name=""/>
        <p:cNvGrpSpPr/>
        <p:nvPr/>
      </p:nvGrpSpPr>
      <p:grpSpPr bwMode="auto">
        <a:xfrm>
          <a:off x="0" y="0"/>
          <a:ext cx="0" cy="0"/>
          <a:chOff x="0" y="0"/>
          <a:chExt cx="0" cy="0"/>
        </a:xfrm>
      </p:grpSpPr>
      <p:sp>
        <p:nvSpPr>
          <p:cNvPr id="1293182753" name="PlaceHolder 1"/>
          <p:cNvSpPr>
            <a:spLocks noGrp="1"/>
          </p:cNvSpPr>
          <p:nvPr>
            <p:ph type="title"/>
          </p:nvPr>
        </p:nvSpPr>
        <p:spPr bwMode="auto">
          <a:xfrm>
            <a:off x="839879"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fr-FR" sz="32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3200" b="0" u="none" strike="noStrike">
                <a:solidFill>
                  <a:schemeClr val="dk1"/>
                </a:solidFill>
                <a:latin typeface="Calibri Light"/>
                <a:ea typeface="Arial"/>
              </a:rPr>
              <a:t>Modifiez le style du titre</a:t>
            </a:r>
            <a:endParaRPr lang="fr-FR" sz="3200" b="0" u="none" strike="noStrike">
              <a:solidFill>
                <a:schemeClr val="dk1"/>
              </a:solidFill>
              <a:latin typeface="Calibri Light"/>
            </a:endParaRPr>
          </a:p>
        </p:txBody>
      </p:sp>
      <p:sp>
        <p:nvSpPr>
          <p:cNvPr id="775890927" name="PlaceHolder 2"/>
          <p:cNvSpPr>
            <a:spLocks noGrp="1"/>
          </p:cNvSpPr>
          <p:nvPr>
            <p:ph type="body"/>
          </p:nvPr>
        </p:nvSpPr>
        <p:spPr bwMode="auto">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32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defRPr/>
            </a:pPr>
            <a:r>
              <a:rPr lang="fr-FR" sz="3200" b="0" u="none" strike="noStrike">
                <a:solidFill>
                  <a:schemeClr val="dk1"/>
                </a:solidFill>
                <a:latin typeface="Calibri"/>
                <a:ea typeface="Arial"/>
              </a:rPr>
              <a:t>Modifier les styles du texte du masque</a:t>
            </a:r>
            <a:br>
              <a:rPr sz="3200"/>
            </a:br>
            <a:r>
              <a:rPr lang="fr-FR" sz="3200" b="0" u="none" strike="noStrike">
                <a:solidFill>
                  <a:schemeClr val="dk1"/>
                </a:solidFill>
                <a:latin typeface="Calibri"/>
                <a:ea typeface="Arial"/>
              </a:rPr>
              <a:t>Deuxième niveau</a:t>
            </a:r>
            <a:br>
              <a:rPr sz="3200"/>
            </a:br>
            <a:r>
              <a:rPr lang="fr-FR" sz="3200" b="0" u="none" strike="noStrike">
                <a:solidFill>
                  <a:schemeClr val="dk1"/>
                </a:solidFill>
                <a:latin typeface="Calibri"/>
                <a:ea typeface="Arial"/>
              </a:rPr>
              <a:t>Troisième niveau</a:t>
            </a:r>
            <a:br>
              <a:rPr sz="3200"/>
            </a:br>
            <a:r>
              <a:rPr lang="fr-FR" sz="3200" b="0" u="none" strike="noStrike">
                <a:solidFill>
                  <a:schemeClr val="dk1"/>
                </a:solidFill>
                <a:latin typeface="Calibri"/>
                <a:ea typeface="Arial"/>
              </a:rPr>
              <a:t>Quatrième niveau</a:t>
            </a:r>
            <a:br>
              <a:rPr sz="3200"/>
            </a:br>
            <a:r>
              <a:rPr lang="fr-FR" sz="3200" b="0" u="none" strike="noStrike">
                <a:solidFill>
                  <a:schemeClr val="dk1"/>
                </a:solidFill>
                <a:latin typeface="Calibri"/>
                <a:ea typeface="Arial"/>
              </a:rPr>
              <a:t>Cinquième niveau</a:t>
            </a:r>
            <a:endParaRPr lang="fr-FR" sz="3200" b="0" u="none" strike="noStrike">
              <a:solidFill>
                <a:schemeClr val="dk1"/>
              </a:solidFill>
              <a:latin typeface="Calibri"/>
            </a:endParaRPr>
          </a:p>
        </p:txBody>
      </p:sp>
      <p:sp>
        <p:nvSpPr>
          <p:cNvPr id="2023442382" name="PlaceHolder 3"/>
          <p:cNvSpPr>
            <a:spLocks noGrp="1"/>
          </p:cNvSpPr>
          <p:nvPr>
            <p:ph type="body"/>
          </p:nvPr>
        </p:nvSpPr>
        <p:spPr bwMode="auto">
          <a:xfrm>
            <a:off x="839879"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latin typeface="Calibri"/>
                <a:ea typeface="Arial"/>
              </a:defRPr>
            </a:lvl1pPr>
          </a:lstStyle>
          <a:p>
            <a:pPr indent="0" algn="l" defTabSz="914400">
              <a:lnSpc>
                <a:spcPct val="90000"/>
              </a:lnSpc>
              <a:spcBef>
                <a:spcPts val="1001"/>
              </a:spcBef>
              <a:buNone/>
              <a:tabLst>
                <a:tab pos="0" algn="l"/>
              </a:tabLst>
              <a:defRPr/>
            </a:pPr>
            <a:r>
              <a:rPr lang="fr-FR" sz="1600" b="0" u="none" strike="noStrike">
                <a:solidFill>
                  <a:schemeClr val="dk1"/>
                </a:solidFill>
                <a:latin typeface="Calibri"/>
                <a:ea typeface="Arial"/>
              </a:rPr>
              <a:t>Modifier les styles du texte du masque</a:t>
            </a:r>
            <a:br>
              <a:rPr sz="1600"/>
            </a:br>
            <a:r>
              <a:rPr lang="fr-FR" sz="1600" b="0" u="none" strike="noStrike">
                <a:solidFill>
                  <a:schemeClr val="dk1"/>
                </a:solidFill>
                <a:latin typeface="Calibri"/>
                <a:ea typeface="Arial"/>
              </a:rPr>
              <a:t>Deuxième niveau</a:t>
            </a:r>
            <a:br>
              <a:rPr sz="1600"/>
            </a:br>
            <a:r>
              <a:rPr lang="fr-FR" sz="1600" b="0" u="none" strike="noStrike">
                <a:solidFill>
                  <a:schemeClr val="dk1"/>
                </a:solidFill>
                <a:latin typeface="Calibri"/>
                <a:ea typeface="Arial"/>
              </a:rPr>
              <a:t>Troisième niveau</a:t>
            </a:r>
            <a:br>
              <a:rPr sz="1600"/>
            </a:br>
            <a:r>
              <a:rPr lang="fr-FR" sz="1600" b="0" u="none" strike="noStrike">
                <a:solidFill>
                  <a:schemeClr val="dk1"/>
                </a:solidFill>
                <a:latin typeface="Calibri"/>
                <a:ea typeface="Arial"/>
              </a:rPr>
              <a:t>Quatrième niveau</a:t>
            </a:r>
            <a:br>
              <a:rPr sz="1600"/>
            </a:br>
            <a:r>
              <a:rPr lang="fr-FR" sz="1600" b="0" u="none" strike="noStrike">
                <a:solidFill>
                  <a:schemeClr val="dk1"/>
                </a:solidFill>
                <a:latin typeface="Calibri"/>
                <a:ea typeface="Arial"/>
              </a:rPr>
              <a:t>Cinquième niveau</a:t>
            </a:r>
            <a:endParaRPr lang="fr-FR" sz="1600" b="0" u="none" strike="noStrike">
              <a:solidFill>
                <a:schemeClr val="dk1"/>
              </a:solidFill>
              <a:latin typeface="Calibri"/>
            </a:endParaRPr>
          </a:p>
        </p:txBody>
      </p:sp>
      <p:sp>
        <p:nvSpPr>
          <p:cNvPr id="1890073487" name="PlaceHolder 4"/>
          <p:cNvSpPr>
            <a:spLocks noGrp="1"/>
          </p:cNvSpPr>
          <p:nvPr>
            <p:ph type="dt" idx="10"/>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49870054" name="PlaceHolder 5"/>
          <p:cNvSpPr>
            <a:spLocks noGrp="1"/>
          </p:cNvSpPr>
          <p:nvPr>
            <p:ph type="ftr" idx="11"/>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432538189" name="PlaceHolder 6"/>
          <p:cNvSpPr>
            <a:spLocks noGrp="1"/>
          </p:cNvSpPr>
          <p:nvPr>
            <p:ph type="sldNum" idx="12"/>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58EFBE15-5675-400C-9BAC-CA2CC97C49DA}"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Image avec légende">
    <p:bg>
      <p:bgPr shadeToTitle="0">
        <a:solidFill>
          <a:srgbClr val="FFFFFF"/>
        </a:solidFill>
      </p:bgPr>
    </p:bg>
    <p:spTree>
      <p:nvGrpSpPr>
        <p:cNvPr id="1" name=""/>
        <p:cNvGrpSpPr/>
        <p:nvPr/>
      </p:nvGrpSpPr>
      <p:grpSpPr bwMode="auto">
        <a:xfrm>
          <a:off x="0" y="0"/>
          <a:ext cx="0" cy="0"/>
          <a:chOff x="0" y="0"/>
          <a:chExt cx="0" cy="0"/>
        </a:xfrm>
      </p:grpSpPr>
      <p:sp>
        <p:nvSpPr>
          <p:cNvPr id="623986939" name="PlaceHolder 1"/>
          <p:cNvSpPr>
            <a:spLocks noGrp="1"/>
          </p:cNvSpPr>
          <p:nvPr>
            <p:ph type="title"/>
          </p:nvPr>
        </p:nvSpPr>
        <p:spPr bwMode="auto">
          <a:xfrm>
            <a:off x="839879"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fr-FR" sz="32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3200" b="0" u="none" strike="noStrike">
                <a:solidFill>
                  <a:schemeClr val="dk1"/>
                </a:solidFill>
                <a:latin typeface="Calibri Light"/>
                <a:ea typeface="Arial"/>
              </a:rPr>
              <a:t>Modifiez le style du titre</a:t>
            </a:r>
            <a:endParaRPr lang="fr-FR" sz="3200" b="0" u="none" strike="noStrike">
              <a:solidFill>
                <a:schemeClr val="dk1"/>
              </a:solidFill>
              <a:latin typeface="Calibri Light"/>
            </a:endParaRPr>
          </a:p>
        </p:txBody>
      </p:sp>
      <p:sp>
        <p:nvSpPr>
          <p:cNvPr id="669451087" name="PlaceHolder 2"/>
          <p:cNvSpPr>
            <a:spLocks noGrp="1"/>
          </p:cNvSpPr>
          <p:nvPr>
            <p:ph type="body"/>
          </p:nvPr>
        </p:nvSpPr>
        <p:spPr bwMode="auto">
          <a:xfrm>
            <a:off x="5183280" y="987480"/>
            <a:ext cx="6171480" cy="487296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fr-FR" sz="32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tabLst>
                <a:tab pos="0" algn="l"/>
              </a:tabLst>
              <a:defRPr lang="fr-FR" sz="32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tabLst>
                <a:tab pos="0" algn="l"/>
              </a:tabLst>
              <a:defRPr lang="fr-FR" sz="32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tabLst>
                <a:tab pos="0" algn="l"/>
              </a:tabLst>
              <a:defRPr lang="fr-FR" sz="32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tabLst>
                <a:tab pos="0" algn="l"/>
              </a:tabLst>
              <a:defRPr lang="fr-FR" sz="32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tabLst>
                <a:tab pos="0" algn="l"/>
              </a:tabLst>
              <a:defRPr lang="fr-FR" sz="32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tabLst>
                <a:tab pos="0" algn="l"/>
              </a:tabLst>
              <a:defRPr lang="fr-FR" sz="3200" b="0" u="none" strike="noStrike">
                <a:solidFill>
                  <a:schemeClr val="dk1"/>
                </a:solidFill>
                <a:latin typeface="Calibri"/>
              </a:defRPr>
            </a:lvl7pPr>
          </a:lstStyle>
          <a:p>
            <a:pPr marL="432000" indent="-324000" algn="l" defTabSz="914400">
              <a:lnSpc>
                <a:spcPct val="90000"/>
              </a:lnSpc>
              <a:spcBef>
                <a:spcPts val="1001"/>
              </a:spcBef>
              <a:buClr>
                <a:srgbClr val="000000"/>
              </a:buClr>
              <a:buFont typeface="Arial"/>
              <a:buChar char="•"/>
              <a:tabLst>
                <a:tab pos="0" algn="l"/>
              </a:tabLst>
              <a:defRPr/>
            </a:pPr>
            <a:r>
              <a:rPr lang="fr-FR" sz="3200" b="0" u="none" strike="noStrike">
                <a:solidFill>
                  <a:schemeClr val="dk1"/>
                </a:solidFill>
                <a:latin typeface="Calibri"/>
              </a:rPr>
              <a:t>Click to edit the outline text format</a:t>
            </a:r>
            <a:endParaRPr/>
          </a:p>
          <a:p>
            <a:pPr marL="457200" lvl="1" indent="-324000" algn="l" defTabSz="914400">
              <a:lnSpc>
                <a:spcPct val="90000"/>
              </a:lnSpc>
              <a:spcBef>
                <a:spcPts val="1134"/>
              </a:spcBef>
              <a:buClr>
                <a:srgbClr val="000000"/>
              </a:buClr>
              <a:buSzPct val="75000"/>
              <a:buFont typeface="Symbol"/>
              <a:buChar char=""/>
              <a:tabLst>
                <a:tab pos="0" algn="l"/>
              </a:tabLst>
              <a:defRPr/>
            </a:pPr>
            <a:r>
              <a:rPr lang="fr-FR" sz="3200" b="0" u="none" strike="noStrike">
                <a:solidFill>
                  <a:schemeClr val="dk1"/>
                </a:solidFill>
                <a:latin typeface="Calibri"/>
              </a:rPr>
              <a:t>Second Outline Level</a:t>
            </a:r>
            <a:endParaRPr/>
          </a:p>
          <a:p>
            <a:pPr marL="914400" lvl="2" indent="-288000" algn="l" defTabSz="914400">
              <a:lnSpc>
                <a:spcPct val="90000"/>
              </a:lnSpc>
              <a:spcBef>
                <a:spcPts val="850"/>
              </a:spcBef>
              <a:buClr>
                <a:srgbClr val="000000"/>
              </a:buClr>
              <a:buSzPct val="45000"/>
              <a:buFont typeface="Wingdings"/>
              <a:buChar char=""/>
              <a:tabLst>
                <a:tab pos="0" algn="l"/>
              </a:tabLst>
              <a:defRPr/>
            </a:pPr>
            <a:r>
              <a:rPr lang="fr-FR" sz="3200" b="0" u="none" strike="noStrike">
                <a:solidFill>
                  <a:schemeClr val="dk1"/>
                </a:solidFill>
                <a:latin typeface="Calibri"/>
              </a:rPr>
              <a:t>Third Outline Level</a:t>
            </a:r>
            <a:endParaRPr/>
          </a:p>
          <a:p>
            <a:pPr marL="1371600" lvl="3" indent="-216000" algn="l" defTabSz="914400">
              <a:lnSpc>
                <a:spcPct val="90000"/>
              </a:lnSpc>
              <a:spcBef>
                <a:spcPts val="567"/>
              </a:spcBef>
              <a:buClr>
                <a:srgbClr val="000000"/>
              </a:buClr>
              <a:buSzPct val="75000"/>
              <a:buFont typeface="Symbol"/>
              <a:buChar char=""/>
              <a:tabLst>
                <a:tab pos="0" algn="l"/>
              </a:tabLst>
              <a:defRPr/>
            </a:pPr>
            <a:r>
              <a:rPr lang="fr-FR" sz="3200" b="0" u="none" strike="noStrike">
                <a:solidFill>
                  <a:schemeClr val="dk1"/>
                </a:solidFill>
                <a:latin typeface="Calibri"/>
              </a:rPr>
              <a:t>Fourth Outline Level</a:t>
            </a:r>
            <a:endParaRPr/>
          </a:p>
          <a:p>
            <a:pPr marL="1828800" lvl="4" indent="-216000" algn="l" defTabSz="914400">
              <a:lnSpc>
                <a:spcPct val="90000"/>
              </a:lnSpc>
              <a:spcBef>
                <a:spcPts val="283"/>
              </a:spcBef>
              <a:buClr>
                <a:srgbClr val="000000"/>
              </a:buClr>
              <a:buSzPct val="45000"/>
              <a:buFont typeface="Wingdings"/>
              <a:buChar char=""/>
              <a:tabLst>
                <a:tab pos="0" algn="l"/>
              </a:tabLst>
              <a:defRPr/>
            </a:pPr>
            <a:r>
              <a:rPr lang="fr-FR" sz="3200" b="0" u="none" strike="noStrike">
                <a:solidFill>
                  <a:schemeClr val="dk1"/>
                </a:solidFill>
                <a:latin typeface="Calibri"/>
              </a:rPr>
              <a:t>Fifth Outline Level</a:t>
            </a:r>
            <a:endParaRPr/>
          </a:p>
          <a:p>
            <a:pPr marL="2286000" lvl="5" indent="-216000" algn="l" defTabSz="914400">
              <a:lnSpc>
                <a:spcPct val="90000"/>
              </a:lnSpc>
              <a:spcBef>
                <a:spcPts val="283"/>
              </a:spcBef>
              <a:buClr>
                <a:srgbClr val="000000"/>
              </a:buClr>
              <a:buSzPct val="45000"/>
              <a:buFont typeface="Wingdings"/>
              <a:buChar char=""/>
              <a:tabLst>
                <a:tab pos="0" algn="l"/>
              </a:tabLst>
              <a:defRPr/>
            </a:pPr>
            <a:r>
              <a:rPr lang="fr-FR" sz="3200" b="0" u="none" strike="noStrike">
                <a:solidFill>
                  <a:schemeClr val="dk1"/>
                </a:solidFill>
                <a:latin typeface="Calibri"/>
              </a:rPr>
              <a:t>Sixth Outline Level</a:t>
            </a:r>
            <a:endParaRPr/>
          </a:p>
          <a:p>
            <a:pPr marL="2743200" lvl="6" indent="-216000" algn="l" defTabSz="914400">
              <a:lnSpc>
                <a:spcPct val="90000"/>
              </a:lnSpc>
              <a:spcBef>
                <a:spcPts val="283"/>
              </a:spcBef>
              <a:buClr>
                <a:srgbClr val="000000"/>
              </a:buClr>
              <a:buSzPct val="45000"/>
              <a:buFont typeface="Wingdings"/>
              <a:buChar char=""/>
              <a:tabLst>
                <a:tab pos="0" algn="l"/>
              </a:tabLst>
              <a:defRPr/>
            </a:pPr>
            <a:r>
              <a:rPr lang="fr-FR" sz="3200" b="0" u="none" strike="noStrike">
                <a:solidFill>
                  <a:schemeClr val="dk1"/>
                </a:solidFill>
                <a:latin typeface="Calibri"/>
              </a:rPr>
              <a:t>Seventh Outline Level</a:t>
            </a:r>
            <a:endParaRPr/>
          </a:p>
        </p:txBody>
      </p:sp>
      <p:sp>
        <p:nvSpPr>
          <p:cNvPr id="303245864" name="PlaceHolder 3"/>
          <p:cNvSpPr>
            <a:spLocks noGrp="1"/>
          </p:cNvSpPr>
          <p:nvPr>
            <p:ph type="body"/>
          </p:nvPr>
        </p:nvSpPr>
        <p:spPr bwMode="auto">
          <a:xfrm>
            <a:off x="839879"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latin typeface="Calibri"/>
                <a:ea typeface="Arial"/>
              </a:defRPr>
            </a:lvl1pPr>
          </a:lstStyle>
          <a:p>
            <a:pPr indent="0" algn="l" defTabSz="914400">
              <a:lnSpc>
                <a:spcPct val="90000"/>
              </a:lnSpc>
              <a:spcBef>
                <a:spcPts val="1001"/>
              </a:spcBef>
              <a:buNone/>
              <a:tabLst>
                <a:tab pos="0" algn="l"/>
              </a:tabLst>
              <a:defRPr/>
            </a:pPr>
            <a:r>
              <a:rPr lang="fr-FR" sz="1600" b="0" u="none" strike="noStrike">
                <a:solidFill>
                  <a:schemeClr val="dk1"/>
                </a:solidFill>
                <a:latin typeface="Calibri"/>
                <a:ea typeface="Arial"/>
              </a:rPr>
              <a:t>Modifier les styles du texte du masque</a:t>
            </a:r>
            <a:br>
              <a:rPr sz="1600"/>
            </a:br>
            <a:r>
              <a:rPr lang="fr-FR" sz="1600" b="0" u="none" strike="noStrike">
                <a:solidFill>
                  <a:schemeClr val="dk1"/>
                </a:solidFill>
                <a:latin typeface="Calibri"/>
                <a:ea typeface="Arial"/>
              </a:rPr>
              <a:t>Deuxième niveau</a:t>
            </a:r>
            <a:br>
              <a:rPr sz="1600"/>
            </a:br>
            <a:r>
              <a:rPr lang="fr-FR" sz="1600" b="0" u="none" strike="noStrike">
                <a:solidFill>
                  <a:schemeClr val="dk1"/>
                </a:solidFill>
                <a:latin typeface="Calibri"/>
                <a:ea typeface="Arial"/>
              </a:rPr>
              <a:t>Troisième niveau</a:t>
            </a:r>
            <a:br>
              <a:rPr sz="1600"/>
            </a:br>
            <a:r>
              <a:rPr lang="fr-FR" sz="1600" b="0" u="none" strike="noStrike">
                <a:solidFill>
                  <a:schemeClr val="dk1"/>
                </a:solidFill>
                <a:latin typeface="Calibri"/>
                <a:ea typeface="Arial"/>
              </a:rPr>
              <a:t>Quatrième niveau</a:t>
            </a:r>
            <a:br>
              <a:rPr sz="1600"/>
            </a:br>
            <a:r>
              <a:rPr lang="fr-FR" sz="1600" b="0" u="none" strike="noStrike">
                <a:solidFill>
                  <a:schemeClr val="dk1"/>
                </a:solidFill>
                <a:latin typeface="Calibri"/>
                <a:ea typeface="Arial"/>
              </a:rPr>
              <a:t>Cinquième niveau</a:t>
            </a:r>
            <a:endParaRPr lang="fr-FR" sz="1600" b="0" u="none" strike="noStrike">
              <a:solidFill>
                <a:schemeClr val="dk1"/>
              </a:solidFill>
              <a:latin typeface="Calibri"/>
            </a:endParaRPr>
          </a:p>
        </p:txBody>
      </p:sp>
      <p:sp>
        <p:nvSpPr>
          <p:cNvPr id="2014683282" name="PlaceHolder 4"/>
          <p:cNvSpPr>
            <a:spLocks noGrp="1"/>
          </p:cNvSpPr>
          <p:nvPr>
            <p:ph type="dt" idx="13"/>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193810362" name="PlaceHolder 5"/>
          <p:cNvSpPr>
            <a:spLocks noGrp="1"/>
          </p:cNvSpPr>
          <p:nvPr>
            <p:ph type="ftr" idx="14"/>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258017254" name="PlaceHolder 6"/>
          <p:cNvSpPr>
            <a:spLocks noGrp="1"/>
          </p:cNvSpPr>
          <p:nvPr>
            <p:ph type="sldNum" idx="15"/>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26ACBCB5-F31F-4846-9465-12A0CC201ECF}"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bg>
      <p:bgPr shadeToTitle="0">
        <a:solidFill>
          <a:srgbClr val="FFFFFF"/>
        </a:solidFill>
      </p:bgPr>
    </p:bg>
    <p:spTree>
      <p:nvGrpSpPr>
        <p:cNvPr id="1" name=""/>
        <p:cNvGrpSpPr/>
        <p:nvPr/>
      </p:nvGrpSpPr>
      <p:grpSpPr bwMode="auto">
        <a:xfrm>
          <a:off x="0" y="0"/>
          <a:ext cx="0" cy="0"/>
          <a:chOff x="0" y="0"/>
          <a:chExt cx="0" cy="0"/>
        </a:xfrm>
      </p:grpSpPr>
      <p:sp>
        <p:nvSpPr>
          <p:cNvPr id="641211157" name="PlaceHolder 1"/>
          <p:cNvSpPr>
            <a:spLocks noGrp="1"/>
          </p:cNvSpPr>
          <p:nvPr>
            <p:ph type="title"/>
          </p:nvPr>
        </p:nvSpPr>
        <p:spPr bwMode="auto">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fr-FR" sz="6000" b="0" u="none" strike="noStrike">
                <a:solidFill>
                  <a:schemeClr val="dk1"/>
                </a:solidFill>
                <a:latin typeface="Calibri Light"/>
                <a:ea typeface="Arial"/>
              </a:defRPr>
            </a:lvl1pPr>
          </a:lstStyle>
          <a:p>
            <a:pPr indent="0" algn="ctr" defTabSz="914400">
              <a:lnSpc>
                <a:spcPct val="90000"/>
              </a:lnSpc>
              <a:buNone/>
              <a:tabLst>
                <a:tab pos="0" algn="l"/>
              </a:tabLst>
              <a:defRPr/>
            </a:pPr>
            <a:r>
              <a:rPr lang="fr-FR" sz="6000" b="0" u="none" strike="noStrike">
                <a:solidFill>
                  <a:schemeClr val="dk1"/>
                </a:solidFill>
                <a:latin typeface="Calibri Light"/>
                <a:ea typeface="Arial"/>
              </a:rPr>
              <a:t>Modifiez le style du titre</a:t>
            </a:r>
            <a:endParaRPr lang="fr-FR" sz="6000" b="0" u="none" strike="noStrike">
              <a:solidFill>
                <a:schemeClr val="dk1"/>
              </a:solidFill>
              <a:latin typeface="Calibri Light"/>
            </a:endParaRPr>
          </a:p>
        </p:txBody>
      </p:sp>
      <p:sp>
        <p:nvSpPr>
          <p:cNvPr id="377539981" name="PlaceHolder 2"/>
          <p:cNvSpPr>
            <a:spLocks noGrp="1"/>
          </p:cNvSpPr>
          <p:nvPr>
            <p:ph type="dt" idx="16"/>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334984035" name="PlaceHolder 3"/>
          <p:cNvSpPr>
            <a:spLocks noGrp="1"/>
          </p:cNvSpPr>
          <p:nvPr>
            <p:ph type="ftr" idx="17"/>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1081211893" name="PlaceHolder 4"/>
          <p:cNvSpPr>
            <a:spLocks noGrp="1"/>
          </p:cNvSpPr>
          <p:nvPr>
            <p:ph type="sldNum" idx="18"/>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8A97AF65-A528-493F-AF5D-290EF676A417}"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re et texte vertical">
    <p:bg>
      <p:bgPr shadeToTitle="0">
        <a:solidFill>
          <a:srgbClr val="FFFFFF"/>
        </a:solidFill>
      </p:bgPr>
    </p:bg>
    <p:spTree>
      <p:nvGrpSpPr>
        <p:cNvPr id="1" name=""/>
        <p:cNvGrpSpPr/>
        <p:nvPr/>
      </p:nvGrpSpPr>
      <p:grpSpPr bwMode="auto">
        <a:xfrm>
          <a:off x="0" y="0"/>
          <a:ext cx="0" cy="0"/>
          <a:chOff x="0" y="0"/>
          <a:chExt cx="0" cy="0"/>
        </a:xfrm>
      </p:grpSpPr>
      <p:sp>
        <p:nvSpPr>
          <p:cNvPr id="192931869" name="PlaceHolder 1"/>
          <p:cNvSpPr>
            <a:spLocks noGrp="1"/>
          </p:cNvSpPr>
          <p:nvPr>
            <p:ph type="title"/>
          </p:nvPr>
        </p:nvSpPr>
        <p:spPr bwMode="auto">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4400" b="0" u="none" strike="noStrike">
                <a:solidFill>
                  <a:schemeClr val="dk1"/>
                </a:solidFill>
                <a:latin typeface="Calibri Light"/>
                <a:ea typeface="Arial"/>
              </a:rPr>
              <a:t>Modifiez le style du titre</a:t>
            </a:r>
            <a:endParaRPr lang="fr-FR" sz="4400" b="0" u="none" strike="noStrike">
              <a:solidFill>
                <a:schemeClr val="dk1"/>
              </a:solidFill>
              <a:latin typeface="Calibri Light"/>
            </a:endParaRPr>
          </a:p>
        </p:txBody>
      </p:sp>
      <p:sp>
        <p:nvSpPr>
          <p:cNvPr id="1426485067" name="PlaceHolder 2"/>
          <p:cNvSpPr>
            <a:spLocks noGrp="1"/>
          </p:cNvSpPr>
          <p:nvPr>
            <p:ph type="body"/>
          </p:nvPr>
        </p:nvSpPr>
        <p:spPr bwMode="auto">
          <a:xfrm>
            <a:off x="838080" y="1825560"/>
            <a:ext cx="10514880" cy="435060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1942243094" name="PlaceHolder 3"/>
          <p:cNvSpPr>
            <a:spLocks noGrp="1"/>
          </p:cNvSpPr>
          <p:nvPr>
            <p:ph type="dt" idx="19"/>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072318700" name="PlaceHolder 4"/>
          <p:cNvSpPr>
            <a:spLocks noGrp="1"/>
          </p:cNvSpPr>
          <p:nvPr>
            <p:ph type="ftr" idx="20"/>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1350601076" name="PlaceHolder 5"/>
          <p:cNvSpPr>
            <a:spLocks noGrp="1"/>
          </p:cNvSpPr>
          <p:nvPr>
            <p:ph type="sldNum" idx="21"/>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0EE395F2-B8DE-49E6-877B-25AD5A5BC85F}"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itre vertical et texte">
    <p:bg>
      <p:bgPr shadeToTitle="0">
        <a:solidFill>
          <a:srgbClr val="FFFFFF"/>
        </a:solidFill>
      </p:bgPr>
    </p:bg>
    <p:spTree>
      <p:nvGrpSpPr>
        <p:cNvPr id="1" name=""/>
        <p:cNvGrpSpPr/>
        <p:nvPr/>
      </p:nvGrpSpPr>
      <p:grpSpPr bwMode="auto">
        <a:xfrm>
          <a:off x="0" y="0"/>
          <a:ext cx="0" cy="0"/>
          <a:chOff x="0" y="0"/>
          <a:chExt cx="0" cy="0"/>
        </a:xfrm>
      </p:grpSpPr>
      <p:sp>
        <p:nvSpPr>
          <p:cNvPr id="424943923" name="PlaceHolder 1"/>
          <p:cNvSpPr>
            <a:spLocks noGrp="1"/>
          </p:cNvSpPr>
          <p:nvPr>
            <p:ph type="title"/>
          </p:nvPr>
        </p:nvSpPr>
        <p:spPr bwMode="auto">
          <a:xfrm>
            <a:off x="8724960" y="365040"/>
            <a:ext cx="2628360" cy="5811120"/>
          </a:xfrm>
          <a:prstGeom prst="rect">
            <a:avLst/>
          </a:prstGeom>
          <a:noFill/>
          <a:ln w="0">
            <a:noFill/>
          </a:ln>
        </p:spPr>
        <p:txBody>
          <a:bodyPr vert="eaVert" lIns="91440" tIns="45720" rIns="91440" bIns="45720" anchor="ctr">
            <a:noAutofit/>
          </a:bodyPr>
          <a:lstStyle>
            <a:lvl1pPr indent="0" algn="l" defTabSz="914400">
              <a:lnSpc>
                <a:spcPct val="90000"/>
              </a:lnSpc>
              <a:buNone/>
              <a:tabLst>
                <a:tab pos="0" algn="l"/>
              </a:tabLst>
              <a:defRPr lang="fr-FR" sz="44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4400" b="0" u="none" strike="noStrike">
                <a:solidFill>
                  <a:schemeClr val="dk1"/>
                </a:solidFill>
                <a:latin typeface="Calibri Light"/>
                <a:ea typeface="Arial"/>
              </a:rPr>
              <a:t>Modifiez le style du titre</a:t>
            </a:r>
            <a:endParaRPr lang="fr-FR" sz="4400" b="0" u="none" strike="noStrike">
              <a:solidFill>
                <a:schemeClr val="dk1"/>
              </a:solidFill>
              <a:latin typeface="Calibri Light"/>
            </a:endParaRPr>
          </a:p>
        </p:txBody>
      </p:sp>
      <p:sp>
        <p:nvSpPr>
          <p:cNvPr id="1428118434" name="PlaceHolder 2"/>
          <p:cNvSpPr>
            <a:spLocks noGrp="1"/>
          </p:cNvSpPr>
          <p:nvPr>
            <p:ph type="body"/>
          </p:nvPr>
        </p:nvSpPr>
        <p:spPr bwMode="auto">
          <a:xfrm>
            <a:off x="838080" y="365040"/>
            <a:ext cx="7733520" cy="581112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1839506285" name="PlaceHolder 3"/>
          <p:cNvSpPr>
            <a:spLocks noGrp="1"/>
          </p:cNvSpPr>
          <p:nvPr>
            <p:ph type="dt" idx="22"/>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368602017" name="PlaceHolder 4"/>
          <p:cNvSpPr>
            <a:spLocks noGrp="1"/>
          </p:cNvSpPr>
          <p:nvPr>
            <p:ph type="ftr" idx="23"/>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15761764" name="PlaceHolder 5"/>
          <p:cNvSpPr>
            <a:spLocks noGrp="1"/>
          </p:cNvSpPr>
          <p:nvPr>
            <p:ph type="sldNum" idx="24"/>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3E330576-2AC9-4DE8-B9C8-3CDD27B11420}"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bg>
      <p:bgPr shadeToTitle="0">
        <a:solidFill>
          <a:srgbClr val="FFFFFF"/>
        </a:solidFill>
      </p:bgPr>
    </p:bg>
    <p:spTree>
      <p:nvGrpSpPr>
        <p:cNvPr id="1" name=""/>
        <p:cNvGrpSpPr/>
        <p:nvPr/>
      </p:nvGrpSpPr>
      <p:grpSpPr bwMode="auto">
        <a:xfrm>
          <a:off x="0" y="0"/>
          <a:ext cx="0" cy="0"/>
          <a:chOff x="0" y="0"/>
          <a:chExt cx="0" cy="0"/>
        </a:xfrm>
      </p:grpSpPr>
      <p:sp>
        <p:nvSpPr>
          <p:cNvPr id="1408265358" name="PlaceHolder 1"/>
          <p:cNvSpPr>
            <a:spLocks noGrp="1"/>
          </p:cNvSpPr>
          <p:nvPr>
            <p:ph type="title"/>
          </p:nvPr>
        </p:nvSpPr>
        <p:spPr bwMode="auto">
          <a:xfrm>
            <a:off x="609480" y="273600"/>
            <a:ext cx="10972079"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fr-FR" sz="4400" b="0" u="none" strike="noStrike">
                <a:solidFill>
                  <a:schemeClr val="dk1"/>
                </a:solidFill>
                <a:latin typeface="Calibri Light"/>
              </a:defRPr>
            </a:lvl1pPr>
          </a:lstStyle>
          <a:p>
            <a:pPr indent="0" algn="l" defTabSz="914400">
              <a:lnSpc>
                <a:spcPct val="90000"/>
              </a:lnSpc>
              <a:buNone/>
              <a:tabLst>
                <a:tab pos="0" algn="l"/>
              </a:tabLst>
              <a:defRPr/>
            </a:pPr>
            <a:r>
              <a:rPr lang="fr-FR" sz="4400" b="0" u="none" strike="noStrike">
                <a:solidFill>
                  <a:schemeClr val="dk1"/>
                </a:solidFill>
                <a:latin typeface="Calibri Light"/>
              </a:rPr>
              <a:t>Click to edit the title text format</a:t>
            </a:r>
            <a:endParaRPr/>
          </a:p>
        </p:txBody>
      </p:sp>
      <p:sp>
        <p:nvSpPr>
          <p:cNvPr id="1039025317" name="PlaceHolder 2"/>
          <p:cNvSpPr>
            <a:spLocks noGrp="1"/>
          </p:cNvSpPr>
          <p:nvPr>
            <p:ph type="body"/>
          </p:nvPr>
        </p:nvSpPr>
        <p:spPr bwMode="auto">
          <a:xfrm>
            <a:off x="609480" y="1604520"/>
            <a:ext cx="10972079"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defRPr lang="fr-FR" sz="20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defRPr lang="fr-FR" sz="18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defRPr lang="fr-FR" sz="18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defRPr lang="fr-FR" sz="20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defRPr lang="fr-FR" sz="20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defRPr lang="fr-FR" sz="2000" b="0" u="none" strike="noStrike">
                <a:solidFill>
                  <a:schemeClr val="dk1"/>
                </a:solidFill>
                <a:latin typeface="Calibri"/>
              </a:defRPr>
            </a:lvl7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rPr>
              <a:t>Click to edit the outline text format</a:t>
            </a:r>
            <a:endParaRPr/>
          </a:p>
          <a:p>
            <a:pPr marL="864000" lvl="1" indent="-324000" algn="l" defTabSz="914400">
              <a:lnSpc>
                <a:spcPct val="90000"/>
              </a:lnSpc>
              <a:spcBef>
                <a:spcPts val="1134"/>
              </a:spcBef>
              <a:buClr>
                <a:srgbClr val="000000"/>
              </a:buClr>
              <a:buSzPct val="75000"/>
              <a:buFont typeface="Symbol"/>
              <a:buChar char=""/>
              <a:defRPr/>
            </a:pPr>
            <a:r>
              <a:rPr lang="fr-FR" sz="2000" b="0" u="none" strike="noStrike">
                <a:solidFill>
                  <a:schemeClr val="dk1"/>
                </a:solidFill>
                <a:latin typeface="Calibri"/>
              </a:rPr>
              <a:t>Second Outline Level</a:t>
            </a:r>
            <a:endParaRPr/>
          </a:p>
          <a:p>
            <a:pPr marL="1296000" lvl="2" indent="-288000" algn="l" defTabSz="914400">
              <a:lnSpc>
                <a:spcPct val="90000"/>
              </a:lnSpc>
              <a:spcBef>
                <a:spcPts val="850"/>
              </a:spcBef>
              <a:buClr>
                <a:srgbClr val="000000"/>
              </a:buClr>
              <a:buSzPct val="45000"/>
              <a:buFont typeface="Wingdings"/>
              <a:buChar char=""/>
              <a:defRPr/>
            </a:pPr>
            <a:r>
              <a:rPr lang="fr-FR" sz="1800" b="0" u="none" strike="noStrike">
                <a:solidFill>
                  <a:schemeClr val="dk1"/>
                </a:solidFill>
                <a:latin typeface="Calibri"/>
              </a:rPr>
              <a:t>Third Outline Level</a:t>
            </a:r>
            <a:endParaRPr/>
          </a:p>
          <a:p>
            <a:pPr marL="1728000" lvl="3" indent="-216000" algn="l" defTabSz="914400">
              <a:lnSpc>
                <a:spcPct val="90000"/>
              </a:lnSpc>
              <a:spcBef>
                <a:spcPts val="567"/>
              </a:spcBef>
              <a:buClr>
                <a:srgbClr val="000000"/>
              </a:buClr>
              <a:buSzPct val="75000"/>
              <a:buFont typeface="Symbol"/>
              <a:buChar char=""/>
              <a:defRPr/>
            </a:pPr>
            <a:r>
              <a:rPr lang="fr-FR" sz="1800" b="0" u="none" strike="noStrike">
                <a:solidFill>
                  <a:schemeClr val="dk1"/>
                </a:solidFill>
                <a:latin typeface="Calibri"/>
              </a:rPr>
              <a:t>Fourth Outline Level</a:t>
            </a:r>
            <a:endParaRPr/>
          </a:p>
          <a:p>
            <a:pPr marL="2160000" lvl="4" indent="-216000" algn="l" defTabSz="914400">
              <a:lnSpc>
                <a:spcPct val="90000"/>
              </a:lnSpc>
              <a:spcBef>
                <a:spcPts val="283"/>
              </a:spcBef>
              <a:buClr>
                <a:srgbClr val="000000"/>
              </a:buClr>
              <a:buSzPct val="45000"/>
              <a:buFont typeface="Wingdings"/>
              <a:buChar char=""/>
              <a:defRPr/>
            </a:pPr>
            <a:r>
              <a:rPr lang="fr-FR" sz="2000" b="0" u="none" strike="noStrike">
                <a:solidFill>
                  <a:schemeClr val="dk1"/>
                </a:solidFill>
                <a:latin typeface="Calibri"/>
              </a:rPr>
              <a:t>Fifth Outline Level</a:t>
            </a:r>
            <a:endParaRPr/>
          </a:p>
          <a:p>
            <a:pPr marL="2592000" lvl="5" indent="-216000" algn="l" defTabSz="914400">
              <a:lnSpc>
                <a:spcPct val="90000"/>
              </a:lnSpc>
              <a:spcBef>
                <a:spcPts val="283"/>
              </a:spcBef>
              <a:buClr>
                <a:srgbClr val="000000"/>
              </a:buClr>
              <a:buSzPct val="45000"/>
              <a:buFont typeface="Wingdings"/>
              <a:buChar char=""/>
              <a:defRPr/>
            </a:pPr>
            <a:r>
              <a:rPr lang="fr-FR" sz="2000" b="0" u="none" strike="noStrike">
                <a:solidFill>
                  <a:schemeClr val="dk1"/>
                </a:solidFill>
                <a:latin typeface="Calibri"/>
              </a:rPr>
              <a:t>Sixth Outline Level</a:t>
            </a:r>
            <a:endParaRPr/>
          </a:p>
          <a:p>
            <a:pPr marL="3024000" lvl="6" indent="-216000" algn="l" defTabSz="914400">
              <a:lnSpc>
                <a:spcPct val="90000"/>
              </a:lnSpc>
              <a:spcBef>
                <a:spcPts val="283"/>
              </a:spcBef>
              <a:buClr>
                <a:srgbClr val="000000"/>
              </a:buClr>
              <a:buSzPct val="45000"/>
              <a:buFont typeface="Wingdings"/>
              <a:buChar char=""/>
              <a:defRPr/>
            </a:pPr>
            <a:r>
              <a:rPr lang="fr-FR" sz="2000" b="0" u="none" strike="noStrike">
                <a:solidFill>
                  <a:schemeClr val="dk1"/>
                </a:solidFill>
                <a:latin typeface="Calibri"/>
              </a:rPr>
              <a:t>Seventh Outline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Services 2">
    <p:bg>
      <p:bgPr shadeToTitle="0">
        <a:solidFill>
          <a:srgbClr val="FFFFFF"/>
        </a:solidFill>
      </p:bgPr>
    </p:bg>
    <p:spTree>
      <p:nvGrpSpPr>
        <p:cNvPr id="1" name=""/>
        <p:cNvGrpSpPr/>
        <p:nvPr/>
      </p:nvGrpSpPr>
      <p:grpSpPr bwMode="auto">
        <a:xfrm>
          <a:off x="0" y="0"/>
          <a:ext cx="0" cy="0"/>
          <a:chOff x="0" y="0"/>
          <a:chExt cx="0" cy="0"/>
        </a:xfrm>
      </p:grpSpPr>
      <p:sp>
        <p:nvSpPr>
          <p:cNvPr id="588766004" name="PlaceHolder 1"/>
          <p:cNvSpPr>
            <a:spLocks noGrp="1"/>
          </p:cNvSpPr>
          <p:nvPr>
            <p:ph type="body"/>
          </p:nvPr>
        </p:nvSpPr>
        <p:spPr bwMode="auto">
          <a:xfrm>
            <a:off x="3534120" y="3359160"/>
            <a:ext cx="3326760" cy="3498120"/>
          </a:xfrm>
          <a:prstGeom prst="rect">
            <a:avLst/>
          </a:prstGeom>
          <a:pattFill prst="wdUpDiag">
            <a:fgClr>
              <a:srgbClr val="4472C4"/>
            </a:fgClr>
            <a:bgClr>
              <a:srgbClr val="FFFFFF"/>
            </a:bgClr>
          </a:patt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defRPr lang="fr-FR" sz="12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defRPr lang="fr-FR" sz="12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defRPr lang="fr-FR" sz="12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defRPr lang="fr-FR" sz="12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7pPr>
          </a:lstStyle>
          <a:p>
            <a:pPr marL="432000" indent="-228600" algn="l" defTabSz="914400">
              <a:lnSpc>
                <a:spcPct val="90000"/>
              </a:lnSpc>
              <a:spcBef>
                <a:spcPts val="1001"/>
              </a:spcBef>
              <a:buClr>
                <a:srgbClr val="000000"/>
              </a:buClr>
              <a:buFont typeface="Arial"/>
              <a:buChar char="•"/>
              <a:defRPr/>
            </a:pPr>
            <a:r>
              <a:rPr lang="fr-FR" sz="1200" b="0" u="none" strike="noStrike">
                <a:solidFill>
                  <a:schemeClr val="dk1"/>
                </a:solidFill>
                <a:latin typeface="Calibri"/>
              </a:rPr>
              <a:t>Click to edit the outline text format</a:t>
            </a:r>
            <a:endParaRPr/>
          </a:p>
          <a:p>
            <a:pPr marL="457200" lvl="1" indent="-324000" algn="l" defTabSz="914400">
              <a:lnSpc>
                <a:spcPct val="90000"/>
              </a:lnSpc>
              <a:spcBef>
                <a:spcPts val="1134"/>
              </a:spcBef>
              <a:buClr>
                <a:srgbClr val="000000"/>
              </a:buClr>
              <a:buSzPct val="75000"/>
              <a:buFont typeface="Symbol"/>
              <a:buChar char=""/>
              <a:defRPr/>
            </a:pPr>
            <a:r>
              <a:rPr lang="fr-FR" sz="1200" b="0" u="none" strike="noStrike">
                <a:solidFill>
                  <a:schemeClr val="dk1"/>
                </a:solidFill>
                <a:latin typeface="Calibri"/>
              </a:rPr>
              <a:t>Second Outline Level</a:t>
            </a:r>
            <a:endParaRPr/>
          </a:p>
          <a:p>
            <a:pPr marL="914400" lvl="2" indent="-288000" algn="l" defTabSz="914400">
              <a:lnSpc>
                <a:spcPct val="90000"/>
              </a:lnSpc>
              <a:spcBef>
                <a:spcPts val="850"/>
              </a:spcBef>
              <a:buClr>
                <a:srgbClr val="000000"/>
              </a:buClr>
              <a:buSzPct val="45000"/>
              <a:buFont typeface="Wingdings"/>
              <a:buChar char=""/>
              <a:defRPr/>
            </a:pPr>
            <a:r>
              <a:rPr lang="fr-FR" sz="1200" b="0" u="none" strike="noStrike">
                <a:solidFill>
                  <a:schemeClr val="dk1"/>
                </a:solidFill>
                <a:latin typeface="Calibri"/>
              </a:rPr>
              <a:t>Third Outline Level</a:t>
            </a:r>
            <a:endParaRPr/>
          </a:p>
          <a:p>
            <a:pPr marL="1371600" lvl="3" indent="-216000" algn="l" defTabSz="914400">
              <a:lnSpc>
                <a:spcPct val="90000"/>
              </a:lnSpc>
              <a:spcBef>
                <a:spcPts val="567"/>
              </a:spcBef>
              <a:buClr>
                <a:srgbClr val="000000"/>
              </a:buClr>
              <a:buSzPct val="75000"/>
              <a:buFont typeface="Symbol"/>
              <a:buChar char=""/>
              <a:defRPr/>
            </a:pPr>
            <a:r>
              <a:rPr lang="fr-FR" sz="1200" b="0" u="none" strike="noStrike">
                <a:solidFill>
                  <a:schemeClr val="dk1"/>
                </a:solidFill>
                <a:latin typeface="Calibri"/>
              </a:rPr>
              <a:t>Fourth Outline Level</a:t>
            </a:r>
            <a:endParaRPr/>
          </a:p>
          <a:p>
            <a:pPr marL="1828800" lvl="4"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Fifth Outline Level</a:t>
            </a:r>
            <a:endParaRPr/>
          </a:p>
          <a:p>
            <a:pPr marL="2286000" lvl="5"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Sixth Outline Level</a:t>
            </a:r>
            <a:endParaRPr/>
          </a:p>
          <a:p>
            <a:pPr marL="2743200" lvl="6"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Seventh Outline Level</a:t>
            </a:r>
            <a:endParaRPr/>
          </a:p>
        </p:txBody>
      </p:sp>
      <p:sp>
        <p:nvSpPr>
          <p:cNvPr id="1065142224" name="PlaceHolder 2"/>
          <p:cNvSpPr>
            <a:spLocks noGrp="1"/>
          </p:cNvSpPr>
          <p:nvPr>
            <p:ph type="body"/>
          </p:nvPr>
        </p:nvSpPr>
        <p:spPr bwMode="auto">
          <a:xfrm>
            <a:off x="0" y="4075920"/>
            <a:ext cx="3326760" cy="2781360"/>
          </a:xfrm>
          <a:prstGeom prst="rect">
            <a:avLst/>
          </a:prstGeom>
          <a:pattFill prst="wdUpDiag">
            <a:fgClr>
              <a:srgbClr val="4472C4"/>
            </a:fgClr>
            <a:bgClr>
              <a:srgbClr val="FFFFFF"/>
            </a:bgClr>
          </a:patt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defRPr lang="fr-FR" sz="12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defRPr lang="fr-FR" sz="12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defRPr lang="fr-FR" sz="12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defRPr lang="fr-FR" sz="12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7pPr>
          </a:lstStyle>
          <a:p>
            <a:pPr indent="-228600" algn="l" defTabSz="914400">
              <a:lnSpc>
                <a:spcPct val="90000"/>
              </a:lnSpc>
              <a:spcBef>
                <a:spcPts val="1001"/>
              </a:spcBef>
              <a:buClr>
                <a:srgbClr val="000000"/>
              </a:buClr>
              <a:buFont typeface="Arial"/>
              <a:buChar char="•"/>
              <a:defRPr/>
            </a:pPr>
            <a:r>
              <a:rPr lang="fr-FR" sz="1200" b="0" u="none" strike="noStrike">
                <a:solidFill>
                  <a:schemeClr val="dk1"/>
                </a:solidFill>
                <a:latin typeface="Calibri"/>
              </a:rPr>
              <a:t>Click to edit the outline text format</a:t>
            </a:r>
            <a:endParaRPr/>
          </a:p>
          <a:p>
            <a:pPr marL="457200" lvl="1" indent="-324000" algn="l" defTabSz="914400">
              <a:lnSpc>
                <a:spcPct val="90000"/>
              </a:lnSpc>
              <a:spcBef>
                <a:spcPts val="1134"/>
              </a:spcBef>
              <a:buClr>
                <a:srgbClr val="000000"/>
              </a:buClr>
              <a:buSzPct val="75000"/>
              <a:buFont typeface="Symbol"/>
              <a:buChar char=""/>
              <a:defRPr/>
            </a:pPr>
            <a:r>
              <a:rPr lang="fr-FR" sz="1200" b="0" u="none" strike="noStrike">
                <a:solidFill>
                  <a:schemeClr val="dk1"/>
                </a:solidFill>
                <a:latin typeface="Calibri"/>
              </a:rPr>
              <a:t>Second Outline Level</a:t>
            </a:r>
            <a:endParaRPr/>
          </a:p>
          <a:p>
            <a:pPr marL="914400" lvl="2" indent="-288000" algn="l" defTabSz="914400">
              <a:lnSpc>
                <a:spcPct val="90000"/>
              </a:lnSpc>
              <a:spcBef>
                <a:spcPts val="850"/>
              </a:spcBef>
              <a:buClr>
                <a:srgbClr val="000000"/>
              </a:buClr>
              <a:buSzPct val="45000"/>
              <a:buFont typeface="Wingdings"/>
              <a:buChar char=""/>
              <a:defRPr/>
            </a:pPr>
            <a:r>
              <a:rPr lang="fr-FR" sz="1200" b="0" u="none" strike="noStrike">
                <a:solidFill>
                  <a:schemeClr val="dk1"/>
                </a:solidFill>
                <a:latin typeface="Calibri"/>
              </a:rPr>
              <a:t>Third Outline Level</a:t>
            </a:r>
            <a:endParaRPr/>
          </a:p>
          <a:p>
            <a:pPr marL="1371600" lvl="3" indent="-216000" algn="l" defTabSz="914400">
              <a:lnSpc>
                <a:spcPct val="90000"/>
              </a:lnSpc>
              <a:spcBef>
                <a:spcPts val="567"/>
              </a:spcBef>
              <a:buClr>
                <a:srgbClr val="000000"/>
              </a:buClr>
              <a:buSzPct val="75000"/>
              <a:buFont typeface="Symbol"/>
              <a:buChar char=""/>
              <a:defRPr/>
            </a:pPr>
            <a:r>
              <a:rPr lang="fr-FR" sz="1200" b="0" u="none" strike="noStrike">
                <a:solidFill>
                  <a:schemeClr val="dk1"/>
                </a:solidFill>
                <a:latin typeface="Calibri"/>
              </a:rPr>
              <a:t>Fourth Outline Level</a:t>
            </a:r>
            <a:endParaRPr/>
          </a:p>
          <a:p>
            <a:pPr marL="1828800" lvl="4"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Fifth Outline Level</a:t>
            </a:r>
            <a:endParaRPr/>
          </a:p>
          <a:p>
            <a:pPr marL="2286000" lvl="5"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Sixth Outline Level</a:t>
            </a:r>
            <a:endParaRPr/>
          </a:p>
          <a:p>
            <a:pPr marL="2743200" lvl="6"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Seventh Outline Level</a:t>
            </a:r>
            <a:endParaRPr/>
          </a:p>
        </p:txBody>
      </p:sp>
      <p:sp>
        <p:nvSpPr>
          <p:cNvPr id="632492370" name="PlaceHolder 3"/>
          <p:cNvSpPr>
            <a:spLocks noGrp="1"/>
          </p:cNvSpPr>
          <p:nvPr>
            <p:ph type="body"/>
          </p:nvPr>
        </p:nvSpPr>
        <p:spPr bwMode="auto">
          <a:xfrm>
            <a:off x="3534120" y="0"/>
            <a:ext cx="3326760" cy="3153240"/>
          </a:xfrm>
          <a:prstGeom prst="rect">
            <a:avLst/>
          </a:prstGeom>
          <a:pattFill prst="wdUpDiag">
            <a:fgClr>
              <a:srgbClr val="4472C4"/>
            </a:fgClr>
            <a:bgClr>
              <a:srgbClr val="FFFFFF"/>
            </a:bgClr>
          </a:patt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defRPr lang="fr-FR" sz="12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defRPr lang="fr-FR" sz="12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defRPr lang="fr-FR" sz="12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defRPr lang="fr-FR" sz="12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7pPr>
          </a:lstStyle>
          <a:p>
            <a:pPr indent="-228600" algn="l" defTabSz="914400">
              <a:lnSpc>
                <a:spcPct val="90000"/>
              </a:lnSpc>
              <a:spcBef>
                <a:spcPts val="1001"/>
              </a:spcBef>
              <a:buClr>
                <a:srgbClr val="000000"/>
              </a:buClr>
              <a:buFont typeface="Arial"/>
              <a:buChar char="•"/>
              <a:defRPr/>
            </a:pPr>
            <a:r>
              <a:rPr lang="fr-FR" sz="1200" b="0" u="none" strike="noStrike">
                <a:solidFill>
                  <a:schemeClr val="dk1"/>
                </a:solidFill>
                <a:latin typeface="Calibri"/>
              </a:rPr>
              <a:t>Click to edit the outline text format</a:t>
            </a:r>
            <a:endParaRPr/>
          </a:p>
          <a:p>
            <a:pPr marL="457200" lvl="1" indent="-324000" algn="l" defTabSz="914400">
              <a:lnSpc>
                <a:spcPct val="90000"/>
              </a:lnSpc>
              <a:spcBef>
                <a:spcPts val="1134"/>
              </a:spcBef>
              <a:buClr>
                <a:srgbClr val="000000"/>
              </a:buClr>
              <a:buSzPct val="75000"/>
              <a:buFont typeface="Symbol"/>
              <a:buChar char=""/>
              <a:defRPr/>
            </a:pPr>
            <a:r>
              <a:rPr lang="fr-FR" sz="1200" b="0" u="none" strike="noStrike">
                <a:solidFill>
                  <a:schemeClr val="dk1"/>
                </a:solidFill>
                <a:latin typeface="Calibri"/>
              </a:rPr>
              <a:t>Second Outline Level</a:t>
            </a:r>
            <a:endParaRPr/>
          </a:p>
          <a:p>
            <a:pPr marL="914400" lvl="2" indent="-288000" algn="l" defTabSz="914400">
              <a:lnSpc>
                <a:spcPct val="90000"/>
              </a:lnSpc>
              <a:spcBef>
                <a:spcPts val="850"/>
              </a:spcBef>
              <a:buClr>
                <a:srgbClr val="000000"/>
              </a:buClr>
              <a:buSzPct val="45000"/>
              <a:buFont typeface="Wingdings"/>
              <a:buChar char=""/>
              <a:defRPr/>
            </a:pPr>
            <a:r>
              <a:rPr lang="fr-FR" sz="1200" b="0" u="none" strike="noStrike">
                <a:solidFill>
                  <a:schemeClr val="dk1"/>
                </a:solidFill>
                <a:latin typeface="Calibri"/>
              </a:rPr>
              <a:t>Third Outline Level</a:t>
            </a:r>
            <a:endParaRPr/>
          </a:p>
          <a:p>
            <a:pPr marL="1371600" lvl="3" indent="-216000" algn="l" defTabSz="914400">
              <a:lnSpc>
                <a:spcPct val="90000"/>
              </a:lnSpc>
              <a:spcBef>
                <a:spcPts val="567"/>
              </a:spcBef>
              <a:buClr>
                <a:srgbClr val="000000"/>
              </a:buClr>
              <a:buSzPct val="75000"/>
              <a:buFont typeface="Symbol"/>
              <a:buChar char=""/>
              <a:defRPr/>
            </a:pPr>
            <a:r>
              <a:rPr lang="fr-FR" sz="1200" b="0" u="none" strike="noStrike">
                <a:solidFill>
                  <a:schemeClr val="dk1"/>
                </a:solidFill>
                <a:latin typeface="Calibri"/>
              </a:rPr>
              <a:t>Fourth Outline Level</a:t>
            </a:r>
            <a:endParaRPr/>
          </a:p>
          <a:p>
            <a:pPr marL="1828800" lvl="4"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Fifth Outline Level</a:t>
            </a:r>
            <a:endParaRPr/>
          </a:p>
          <a:p>
            <a:pPr marL="2286000" lvl="5"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Sixth Outline Level</a:t>
            </a:r>
            <a:endParaRPr/>
          </a:p>
          <a:p>
            <a:pPr marL="2743200" lvl="6"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Seventh Outline Level</a:t>
            </a:r>
            <a:endParaRPr/>
          </a:p>
        </p:txBody>
      </p:sp>
      <p:sp>
        <p:nvSpPr>
          <p:cNvPr id="226664065" name="PlaceHolder 4"/>
          <p:cNvSpPr>
            <a:spLocks noGrp="1"/>
          </p:cNvSpPr>
          <p:nvPr>
            <p:ph type="body"/>
          </p:nvPr>
        </p:nvSpPr>
        <p:spPr bwMode="auto">
          <a:xfrm>
            <a:off x="0" y="0"/>
            <a:ext cx="3326760" cy="3843360"/>
          </a:xfrm>
          <a:prstGeom prst="rect">
            <a:avLst/>
          </a:prstGeom>
          <a:pattFill prst="wdUpDiag">
            <a:fgClr>
              <a:srgbClr val="4472C4"/>
            </a:fgClr>
            <a:bgClr>
              <a:srgbClr val="FFFFFF"/>
            </a:bgClr>
          </a:patt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defRPr lang="fr-FR" sz="1200" b="0" u="none" strike="noStrike">
                <a:solidFill>
                  <a:schemeClr val="dk1"/>
                </a:solidFill>
                <a:latin typeface="Calibri"/>
              </a:defRPr>
            </a:lvl1pPr>
            <a:lvl2pPr lvl="1" algn="l" defTabSz="914400">
              <a:lnSpc>
                <a:spcPct val="90000"/>
              </a:lnSpc>
              <a:spcBef>
                <a:spcPts val="1134"/>
              </a:spcBef>
              <a:buClr>
                <a:srgbClr val="000000"/>
              </a:buClr>
              <a:buSzPct val="75000"/>
              <a:buFont typeface="Symbol"/>
              <a:buChar char=""/>
              <a:defRPr lang="fr-FR" sz="1200" b="0" u="none" strike="noStrike">
                <a:solidFill>
                  <a:schemeClr val="dk1"/>
                </a:solidFill>
                <a:latin typeface="Calibri"/>
              </a:defRPr>
            </a:lvl2pPr>
            <a:lvl3pPr lvl="2" algn="l" defTabSz="914400">
              <a:lnSpc>
                <a:spcPct val="90000"/>
              </a:lnSpc>
              <a:spcBef>
                <a:spcPts val="850"/>
              </a:spcBef>
              <a:buClr>
                <a:srgbClr val="000000"/>
              </a:buClr>
              <a:buSzPct val="45000"/>
              <a:buFont typeface="Wingdings"/>
              <a:buChar char=""/>
              <a:defRPr lang="fr-FR" sz="1200" b="0" u="none" strike="noStrike">
                <a:solidFill>
                  <a:schemeClr val="dk1"/>
                </a:solidFill>
                <a:latin typeface="Calibri"/>
              </a:defRPr>
            </a:lvl3pPr>
            <a:lvl4pPr lvl="3" algn="l" defTabSz="914400">
              <a:lnSpc>
                <a:spcPct val="90000"/>
              </a:lnSpc>
              <a:spcBef>
                <a:spcPts val="567"/>
              </a:spcBef>
              <a:buClr>
                <a:srgbClr val="000000"/>
              </a:buClr>
              <a:buSzPct val="75000"/>
              <a:buFont typeface="Symbol"/>
              <a:buChar char=""/>
              <a:defRPr lang="fr-FR" sz="1200" b="0" u="none" strike="noStrike">
                <a:solidFill>
                  <a:schemeClr val="dk1"/>
                </a:solidFill>
                <a:latin typeface="Calibri"/>
              </a:defRPr>
            </a:lvl4pPr>
            <a:lvl5pPr lvl="4"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5pPr>
            <a:lvl6pPr lvl="5"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6pPr>
            <a:lvl7pPr lvl="6" algn="l" defTabSz="914400">
              <a:lnSpc>
                <a:spcPct val="90000"/>
              </a:lnSpc>
              <a:spcBef>
                <a:spcPts val="283"/>
              </a:spcBef>
              <a:buClr>
                <a:srgbClr val="000000"/>
              </a:buClr>
              <a:buSzPct val="45000"/>
              <a:buFont typeface="Wingdings"/>
              <a:buChar char=""/>
              <a:defRPr lang="fr-FR" sz="1200" b="0" u="none" strike="noStrike">
                <a:solidFill>
                  <a:schemeClr val="dk1"/>
                </a:solidFill>
                <a:latin typeface="Calibri"/>
              </a:defRPr>
            </a:lvl7pPr>
          </a:lstStyle>
          <a:p>
            <a:pPr indent="-228600" algn="l" defTabSz="914400">
              <a:lnSpc>
                <a:spcPct val="90000"/>
              </a:lnSpc>
              <a:spcBef>
                <a:spcPts val="1001"/>
              </a:spcBef>
              <a:buClr>
                <a:srgbClr val="000000"/>
              </a:buClr>
              <a:buFont typeface="Arial"/>
              <a:buChar char="•"/>
              <a:defRPr/>
            </a:pPr>
            <a:r>
              <a:rPr lang="fr-FR" sz="1200" b="0" u="none" strike="noStrike">
                <a:solidFill>
                  <a:schemeClr val="dk1"/>
                </a:solidFill>
                <a:latin typeface="Calibri"/>
              </a:rPr>
              <a:t>Click to edit the outline text format</a:t>
            </a:r>
            <a:endParaRPr/>
          </a:p>
          <a:p>
            <a:pPr marL="457200" lvl="1" indent="-324000" algn="l" defTabSz="914400">
              <a:lnSpc>
                <a:spcPct val="90000"/>
              </a:lnSpc>
              <a:spcBef>
                <a:spcPts val="1134"/>
              </a:spcBef>
              <a:buClr>
                <a:srgbClr val="000000"/>
              </a:buClr>
              <a:buSzPct val="75000"/>
              <a:buFont typeface="Symbol"/>
              <a:buChar char=""/>
              <a:defRPr/>
            </a:pPr>
            <a:r>
              <a:rPr lang="fr-FR" sz="1200" b="0" u="none" strike="noStrike">
                <a:solidFill>
                  <a:schemeClr val="dk1"/>
                </a:solidFill>
                <a:latin typeface="Calibri"/>
              </a:rPr>
              <a:t>Second Outline Level</a:t>
            </a:r>
            <a:endParaRPr/>
          </a:p>
          <a:p>
            <a:pPr marL="914400" lvl="2" indent="-288000" algn="l" defTabSz="914400">
              <a:lnSpc>
                <a:spcPct val="90000"/>
              </a:lnSpc>
              <a:spcBef>
                <a:spcPts val="850"/>
              </a:spcBef>
              <a:buClr>
                <a:srgbClr val="000000"/>
              </a:buClr>
              <a:buSzPct val="45000"/>
              <a:buFont typeface="Wingdings"/>
              <a:buChar char=""/>
              <a:defRPr/>
            </a:pPr>
            <a:r>
              <a:rPr lang="fr-FR" sz="1200" b="0" u="none" strike="noStrike">
                <a:solidFill>
                  <a:schemeClr val="dk1"/>
                </a:solidFill>
                <a:latin typeface="Calibri"/>
              </a:rPr>
              <a:t>Third Outline Level</a:t>
            </a:r>
            <a:endParaRPr/>
          </a:p>
          <a:p>
            <a:pPr marL="1371600" lvl="3" indent="-216000" algn="l" defTabSz="914400">
              <a:lnSpc>
                <a:spcPct val="90000"/>
              </a:lnSpc>
              <a:spcBef>
                <a:spcPts val="567"/>
              </a:spcBef>
              <a:buClr>
                <a:srgbClr val="000000"/>
              </a:buClr>
              <a:buSzPct val="75000"/>
              <a:buFont typeface="Symbol"/>
              <a:buChar char=""/>
              <a:defRPr/>
            </a:pPr>
            <a:r>
              <a:rPr lang="fr-FR" sz="1200" b="0" u="none" strike="noStrike">
                <a:solidFill>
                  <a:schemeClr val="dk1"/>
                </a:solidFill>
                <a:latin typeface="Calibri"/>
              </a:rPr>
              <a:t>Fourth Outline Level</a:t>
            </a:r>
            <a:endParaRPr/>
          </a:p>
          <a:p>
            <a:pPr marL="1828800" lvl="4"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Fifth Outline Level</a:t>
            </a:r>
            <a:endParaRPr/>
          </a:p>
          <a:p>
            <a:pPr marL="2286000" lvl="5"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Sixth Outline Level</a:t>
            </a:r>
            <a:endParaRPr/>
          </a:p>
          <a:p>
            <a:pPr marL="2743200" lvl="6" indent="-216000" algn="l" defTabSz="914400">
              <a:lnSpc>
                <a:spcPct val="90000"/>
              </a:lnSpc>
              <a:spcBef>
                <a:spcPts val="283"/>
              </a:spcBef>
              <a:buClr>
                <a:srgbClr val="000000"/>
              </a:buClr>
              <a:buSzPct val="45000"/>
              <a:buFont typeface="Wingdings"/>
              <a:buChar char=""/>
              <a:defRPr/>
            </a:pPr>
            <a:r>
              <a:rPr lang="fr-FR" sz="1200" b="0" u="none" strike="noStrike">
                <a:solidFill>
                  <a:schemeClr val="dk1"/>
                </a:solidFill>
                <a:latin typeface="Calibri"/>
              </a:rPr>
              <a:t>Seventh Outline Level</a:t>
            </a:r>
            <a:endParaRPr/>
          </a:p>
        </p:txBody>
      </p:sp>
      <p:sp>
        <p:nvSpPr>
          <p:cNvPr id="1136278270" name="PlaceHolder 5"/>
          <p:cNvSpPr>
            <a:spLocks noGrp="1"/>
          </p:cNvSpPr>
          <p:nvPr>
            <p:ph type="title"/>
          </p:nvPr>
        </p:nvSpPr>
        <p:spPr bwMode="auto">
          <a:xfrm>
            <a:off x="609480" y="273600"/>
            <a:ext cx="10972079"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fr-FR" sz="4400" b="0" u="none" strike="noStrike">
                <a:solidFill>
                  <a:schemeClr val="dk1"/>
                </a:solidFill>
                <a:latin typeface="Calibri Light"/>
              </a:defRPr>
            </a:lvl1pPr>
          </a:lstStyle>
          <a:p>
            <a:pPr indent="0" algn="l" defTabSz="914400">
              <a:lnSpc>
                <a:spcPct val="90000"/>
              </a:lnSpc>
              <a:buNone/>
              <a:tabLst>
                <a:tab pos="0" algn="l"/>
              </a:tabLst>
              <a:defRPr/>
            </a:pPr>
            <a:r>
              <a:rPr lang="fr-FR" sz="4400" b="0" u="none" strike="noStrike">
                <a:solidFill>
                  <a:schemeClr val="dk1"/>
                </a:solidFill>
                <a:latin typeface="Calibri Light"/>
              </a:rPr>
              <a:t>Click to edit the title text format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re et contenu">
    <p:bg>
      <p:bgPr shadeToTitle="0">
        <a:solidFill>
          <a:srgbClr val="FFFFFF"/>
        </a:solidFill>
      </p:bgPr>
    </p:bg>
    <p:spTree>
      <p:nvGrpSpPr>
        <p:cNvPr id="1" name=""/>
        <p:cNvGrpSpPr/>
        <p:nvPr/>
      </p:nvGrpSpPr>
      <p:grpSpPr bwMode="auto">
        <a:xfrm>
          <a:off x="0" y="0"/>
          <a:ext cx="0" cy="0"/>
          <a:chOff x="0" y="0"/>
          <a:chExt cx="0" cy="0"/>
        </a:xfrm>
      </p:grpSpPr>
      <p:sp>
        <p:nvSpPr>
          <p:cNvPr id="1799181694" name="PlaceHolder 1"/>
          <p:cNvSpPr>
            <a:spLocks noGrp="1"/>
          </p:cNvSpPr>
          <p:nvPr>
            <p:ph type="title"/>
          </p:nvPr>
        </p:nvSpPr>
        <p:spPr bwMode="auto">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4400" b="0" u="none" strike="noStrike">
                <a:solidFill>
                  <a:schemeClr val="dk1"/>
                </a:solidFill>
                <a:latin typeface="Calibri Light"/>
                <a:ea typeface="Arial"/>
              </a:rPr>
              <a:t>Modifiez le style du titre</a:t>
            </a:r>
            <a:endParaRPr lang="fr-FR" sz="4400" b="0" u="none" strike="noStrike">
              <a:solidFill>
                <a:schemeClr val="dk1"/>
              </a:solidFill>
              <a:latin typeface="Calibri Light"/>
            </a:endParaRPr>
          </a:p>
        </p:txBody>
      </p:sp>
      <p:sp>
        <p:nvSpPr>
          <p:cNvPr id="1651866664" name="PlaceHolder 2"/>
          <p:cNvSpPr>
            <a:spLocks noGrp="1"/>
          </p:cNvSpPr>
          <p:nvPr>
            <p:ph type="body"/>
          </p:nvPr>
        </p:nvSpPr>
        <p:spPr bwMode="auto">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564579370" name="PlaceHolder 3"/>
          <p:cNvSpPr>
            <a:spLocks noGrp="1"/>
          </p:cNvSpPr>
          <p:nvPr>
            <p:ph type="dt" idx="25"/>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678908235" name="PlaceHolder 4"/>
          <p:cNvSpPr>
            <a:spLocks noGrp="1"/>
          </p:cNvSpPr>
          <p:nvPr>
            <p:ph type="ftr" idx="26"/>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478702814" name="PlaceHolder 5"/>
          <p:cNvSpPr>
            <a:spLocks noGrp="1"/>
          </p:cNvSpPr>
          <p:nvPr>
            <p:ph type="sldNum" idx="27"/>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D9E76613-73C9-4CC6-B974-3CE3228468C3}"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Titre de section">
    <p:bg>
      <p:bgPr shadeToTitle="0">
        <a:solidFill>
          <a:srgbClr val="FFFFFF"/>
        </a:solidFill>
      </p:bgPr>
    </p:bg>
    <p:spTree>
      <p:nvGrpSpPr>
        <p:cNvPr id="1" name=""/>
        <p:cNvGrpSpPr/>
        <p:nvPr/>
      </p:nvGrpSpPr>
      <p:grpSpPr bwMode="auto">
        <a:xfrm>
          <a:off x="0" y="0"/>
          <a:ext cx="0" cy="0"/>
          <a:chOff x="0" y="0"/>
          <a:chExt cx="0" cy="0"/>
        </a:xfrm>
      </p:grpSpPr>
      <p:sp>
        <p:nvSpPr>
          <p:cNvPr id="1041228949" name="PlaceHolder 1"/>
          <p:cNvSpPr>
            <a:spLocks noGrp="1"/>
          </p:cNvSpPr>
          <p:nvPr>
            <p:ph type="title"/>
          </p:nvPr>
        </p:nvSpPr>
        <p:spPr bwMode="auto">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fr-FR" sz="60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6000" b="0" u="none" strike="noStrike">
                <a:solidFill>
                  <a:schemeClr val="dk1"/>
                </a:solidFill>
                <a:latin typeface="Calibri Light"/>
                <a:ea typeface="Arial"/>
              </a:rPr>
              <a:t>Modifiez le style du titre</a:t>
            </a:r>
            <a:endParaRPr lang="fr-FR" sz="6000" b="0" u="none" strike="noStrike">
              <a:solidFill>
                <a:schemeClr val="dk1"/>
              </a:solidFill>
              <a:latin typeface="Calibri Light"/>
            </a:endParaRPr>
          </a:p>
        </p:txBody>
      </p:sp>
      <p:sp>
        <p:nvSpPr>
          <p:cNvPr id="527451993" name="PlaceHolder 2"/>
          <p:cNvSpPr>
            <a:spLocks noGrp="1"/>
          </p:cNvSpPr>
          <p:nvPr>
            <p:ph type="body"/>
          </p:nvPr>
        </p:nvSpPr>
        <p:spPr bwMode="auto">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1">
                    <a:tint val="75000"/>
                  </a:schemeClr>
                </a:solidFill>
                <a:latin typeface="Calibri"/>
                <a:ea typeface="Arial"/>
              </a:defRPr>
            </a:lvl1pPr>
          </a:lstStyle>
          <a:p>
            <a:pPr indent="0" algn="l" defTabSz="914400">
              <a:lnSpc>
                <a:spcPct val="90000"/>
              </a:lnSpc>
              <a:spcBef>
                <a:spcPts val="1001"/>
              </a:spcBef>
              <a:buNone/>
              <a:tabLst>
                <a:tab pos="0" algn="l"/>
              </a:tabLst>
              <a:defRPr/>
            </a:pPr>
            <a:r>
              <a:rPr lang="fr-FR" sz="2400" b="0" u="none" strike="noStrike">
                <a:solidFill>
                  <a:schemeClr val="dk1">
                    <a:tint val="75000"/>
                  </a:schemeClr>
                </a:solidFill>
                <a:latin typeface="Calibri"/>
                <a:ea typeface="Arial"/>
              </a:rPr>
              <a:t>Modifier les styles du texte du masque</a:t>
            </a:r>
            <a:br>
              <a:rPr sz="2400"/>
            </a:br>
            <a:r>
              <a:rPr lang="fr-FR" sz="2400" b="0" u="none" strike="noStrike">
                <a:solidFill>
                  <a:schemeClr val="dk1">
                    <a:tint val="75000"/>
                  </a:schemeClr>
                </a:solidFill>
                <a:latin typeface="Calibri"/>
                <a:ea typeface="Arial"/>
              </a:rPr>
              <a:t>Deuxième niveau</a:t>
            </a:r>
            <a:br>
              <a:rPr sz="2400"/>
            </a:br>
            <a:r>
              <a:rPr lang="fr-FR" sz="2400" b="0" u="none" strike="noStrike">
                <a:solidFill>
                  <a:schemeClr val="dk1">
                    <a:tint val="75000"/>
                  </a:schemeClr>
                </a:solidFill>
                <a:latin typeface="Calibri"/>
                <a:ea typeface="Arial"/>
              </a:rPr>
              <a:t>Troisième niveau</a:t>
            </a:r>
            <a:br>
              <a:rPr sz="2400"/>
            </a:br>
            <a:r>
              <a:rPr lang="fr-FR" sz="2400" b="0" u="none" strike="noStrike">
                <a:solidFill>
                  <a:schemeClr val="dk1">
                    <a:tint val="75000"/>
                  </a:schemeClr>
                </a:solidFill>
                <a:latin typeface="Calibri"/>
                <a:ea typeface="Arial"/>
              </a:rPr>
              <a:t>Quatrième niveau</a:t>
            </a:r>
            <a:br>
              <a:rPr sz="2400"/>
            </a:br>
            <a:r>
              <a:rPr lang="fr-FR" sz="2400" b="0" u="none" strike="noStrike">
                <a:solidFill>
                  <a:schemeClr val="dk1">
                    <a:tint val="75000"/>
                  </a:schemeClr>
                </a:solidFill>
                <a:latin typeface="Calibri"/>
                <a:ea typeface="Arial"/>
              </a:rPr>
              <a:t>Cinquième niveau</a:t>
            </a:r>
            <a:endParaRPr lang="fr-FR" sz="2400" b="0" u="none" strike="noStrike">
              <a:solidFill>
                <a:schemeClr val="dk1">
                  <a:tint val="75000"/>
                </a:schemeClr>
              </a:solidFill>
              <a:latin typeface="Calibri"/>
            </a:endParaRPr>
          </a:p>
        </p:txBody>
      </p:sp>
      <p:sp>
        <p:nvSpPr>
          <p:cNvPr id="733276408" name="PlaceHolder 3"/>
          <p:cNvSpPr>
            <a:spLocks noGrp="1"/>
          </p:cNvSpPr>
          <p:nvPr>
            <p:ph type="dt" idx="28"/>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950164780" name="PlaceHolder 4"/>
          <p:cNvSpPr>
            <a:spLocks noGrp="1"/>
          </p:cNvSpPr>
          <p:nvPr>
            <p:ph type="ftr" idx="29"/>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289024566" name="PlaceHolder 5"/>
          <p:cNvSpPr>
            <a:spLocks noGrp="1"/>
          </p:cNvSpPr>
          <p:nvPr>
            <p:ph type="sldNum" idx="30"/>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B9A2A526-D296-48FC-9B1F-31634DA22E3F}"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eux contenus">
    <p:bg>
      <p:bgPr shadeToTitle="0">
        <a:solidFill>
          <a:srgbClr val="FFFFFF"/>
        </a:solidFill>
      </p:bgPr>
    </p:bg>
    <p:spTree>
      <p:nvGrpSpPr>
        <p:cNvPr id="1" name=""/>
        <p:cNvGrpSpPr/>
        <p:nvPr/>
      </p:nvGrpSpPr>
      <p:grpSpPr bwMode="auto">
        <a:xfrm>
          <a:off x="0" y="0"/>
          <a:ext cx="0" cy="0"/>
          <a:chOff x="0" y="0"/>
          <a:chExt cx="0" cy="0"/>
        </a:xfrm>
      </p:grpSpPr>
      <p:sp>
        <p:nvSpPr>
          <p:cNvPr id="62784030" name="PlaceHolder 1"/>
          <p:cNvSpPr>
            <a:spLocks noGrp="1"/>
          </p:cNvSpPr>
          <p:nvPr>
            <p:ph type="title"/>
          </p:nvPr>
        </p:nvSpPr>
        <p:spPr bwMode="auto">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fr-FR" sz="4400" b="0" u="none" strike="noStrike">
                <a:solidFill>
                  <a:schemeClr val="dk1"/>
                </a:solidFill>
                <a:latin typeface="Calibri Light"/>
                <a:ea typeface="Arial"/>
              </a:defRPr>
            </a:lvl1pPr>
          </a:lstStyle>
          <a:p>
            <a:pPr indent="0" algn="l" defTabSz="914400">
              <a:lnSpc>
                <a:spcPct val="90000"/>
              </a:lnSpc>
              <a:buNone/>
              <a:tabLst>
                <a:tab pos="0" algn="l"/>
              </a:tabLst>
              <a:defRPr/>
            </a:pPr>
            <a:r>
              <a:rPr lang="fr-FR" sz="4400" b="0" u="none" strike="noStrike">
                <a:solidFill>
                  <a:schemeClr val="dk1"/>
                </a:solidFill>
                <a:latin typeface="Calibri Light"/>
                <a:ea typeface="Arial"/>
              </a:rPr>
              <a:t>Modifiez le style du titre</a:t>
            </a:r>
            <a:endParaRPr lang="fr-FR" sz="4400" b="0" u="none" strike="noStrike">
              <a:solidFill>
                <a:schemeClr val="dk1"/>
              </a:solidFill>
              <a:latin typeface="Calibri Light"/>
            </a:endParaRPr>
          </a:p>
        </p:txBody>
      </p:sp>
      <p:sp>
        <p:nvSpPr>
          <p:cNvPr id="1898176216" name="PlaceHolder 2"/>
          <p:cNvSpPr>
            <a:spLocks noGrp="1"/>
          </p:cNvSpPr>
          <p:nvPr>
            <p:ph type="body"/>
          </p:nvPr>
        </p:nvSpPr>
        <p:spPr bwMode="auto">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377122956" name="PlaceHolder 3"/>
          <p:cNvSpPr>
            <a:spLocks noGrp="1"/>
          </p:cNvSpPr>
          <p:nvPr>
            <p:ph type="body"/>
          </p:nvPr>
        </p:nvSpPr>
        <p:spPr bwMode="auto">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latin typeface="Calibri"/>
                <a:ea typeface="Arial"/>
              </a:defRPr>
            </a:lvl1pPr>
          </a:lstStyle>
          <a:p>
            <a:pPr marL="228600" indent="-228600" algn="l" defTabSz="914400">
              <a:lnSpc>
                <a:spcPct val="90000"/>
              </a:lnSpc>
              <a:spcBef>
                <a:spcPts val="1001"/>
              </a:spcBef>
              <a:buClr>
                <a:srgbClr val="000000"/>
              </a:buClr>
              <a:buFont typeface="Arial"/>
              <a:buChar char="•"/>
              <a:defRPr/>
            </a:pPr>
            <a:r>
              <a:rPr lang="fr-FR" sz="2800" b="0" u="none" strike="noStrike">
                <a:solidFill>
                  <a:schemeClr val="dk1"/>
                </a:solidFill>
                <a:latin typeface="Calibri"/>
                <a:ea typeface="Arial"/>
              </a:rPr>
              <a:t>Modifier les styles du texte du masque</a:t>
            </a:r>
            <a:br>
              <a:rPr sz="2800"/>
            </a:br>
            <a:r>
              <a:rPr lang="fr-FR" sz="2800" b="0" u="none" strike="noStrike">
                <a:solidFill>
                  <a:schemeClr val="dk1"/>
                </a:solidFill>
                <a:latin typeface="Calibri"/>
                <a:ea typeface="Arial"/>
              </a:rPr>
              <a:t>Deuxième niveau</a:t>
            </a:r>
            <a:br>
              <a:rPr sz="2800"/>
            </a:br>
            <a:r>
              <a:rPr lang="fr-FR" sz="2800" b="0" u="none" strike="noStrike">
                <a:solidFill>
                  <a:schemeClr val="dk1"/>
                </a:solidFill>
                <a:latin typeface="Calibri"/>
                <a:ea typeface="Arial"/>
              </a:rPr>
              <a:t>Troisième niveau</a:t>
            </a:r>
            <a:br>
              <a:rPr sz="2800"/>
            </a:br>
            <a:r>
              <a:rPr lang="fr-FR" sz="2800" b="0" u="none" strike="noStrike">
                <a:solidFill>
                  <a:schemeClr val="dk1"/>
                </a:solidFill>
                <a:latin typeface="Calibri"/>
                <a:ea typeface="Arial"/>
              </a:rPr>
              <a:t>Quatrième niveau</a:t>
            </a:r>
            <a:br>
              <a:rPr sz="2800"/>
            </a:br>
            <a:r>
              <a:rPr lang="fr-FR" sz="2800" b="0" u="none" strike="noStrike">
                <a:solidFill>
                  <a:schemeClr val="dk1"/>
                </a:solidFill>
                <a:latin typeface="Calibri"/>
                <a:ea typeface="Arial"/>
              </a:rPr>
              <a:t>Cinquième niveau</a:t>
            </a:r>
            <a:endParaRPr lang="fr-FR" sz="2800" b="0" u="none" strike="noStrike">
              <a:solidFill>
                <a:schemeClr val="dk1"/>
              </a:solidFill>
              <a:latin typeface="Calibri"/>
            </a:endParaRPr>
          </a:p>
        </p:txBody>
      </p:sp>
      <p:sp>
        <p:nvSpPr>
          <p:cNvPr id="19595096" name="PlaceHolder 4"/>
          <p:cNvSpPr>
            <a:spLocks noGrp="1"/>
          </p:cNvSpPr>
          <p:nvPr>
            <p:ph type="dt" idx="31"/>
          </p:nvPr>
        </p:nvSpPr>
        <p:spPr bwMode="auto">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l" defTabSz="914400">
              <a:lnSpc>
                <a:spcPct val="100000"/>
              </a:lnSpc>
              <a:buNone/>
              <a:tabLst>
                <a:tab pos="0" algn="l"/>
              </a:tabLst>
              <a:defRPr/>
            </a:pPr>
            <a:r>
              <a:rPr lang="fr-FR" sz="1200" b="0" u="none" strike="noStrike">
                <a:solidFill>
                  <a:schemeClr val="dk1">
                    <a:tint val="75000"/>
                  </a:schemeClr>
                </a:solidFill>
                <a:latin typeface="Calibri"/>
                <a:ea typeface="Arial"/>
              </a:rPr>
              <a:t>&lt;date/time&gt;</a:t>
            </a:r>
            <a:endParaRPr lang="en-US" sz="1200" b="0" u="none" strike="noStrike">
              <a:solidFill>
                <a:srgbClr val="000000"/>
              </a:solidFill>
              <a:latin typeface="Times New Roman"/>
            </a:endParaRPr>
          </a:p>
        </p:txBody>
      </p:sp>
      <p:sp>
        <p:nvSpPr>
          <p:cNvPr id="1987014537" name="PlaceHolder 5"/>
          <p:cNvSpPr>
            <a:spLocks noGrp="1"/>
          </p:cNvSpPr>
          <p:nvPr>
            <p:ph type="ftr" idx="32"/>
          </p:nvPr>
        </p:nvSpPr>
        <p:spPr bwMode="auto">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latin typeface="Times New Roman"/>
              </a:defRPr>
            </a:lvl1pPr>
          </a:lstStyle>
          <a:p>
            <a:pPr indent="0" algn="ctr">
              <a:lnSpc>
                <a:spcPct val="100000"/>
              </a:lnSpc>
              <a:buNone/>
              <a:tabLst>
                <a:tab pos="0" algn="l"/>
              </a:tabLst>
              <a:defRPr/>
            </a:pPr>
            <a:r>
              <a:rPr lang="en-US" sz="1400" b="0" u="none" strike="noStrike">
                <a:solidFill>
                  <a:srgbClr val="000000"/>
                </a:solidFill>
                <a:latin typeface="Times New Roman"/>
              </a:rPr>
              <a:t>&lt;footer&gt;</a:t>
            </a:r>
            <a:endParaRPr/>
          </a:p>
        </p:txBody>
      </p:sp>
      <p:sp>
        <p:nvSpPr>
          <p:cNvPr id="1942593743" name="PlaceHolder 6"/>
          <p:cNvSpPr>
            <a:spLocks noGrp="1"/>
          </p:cNvSpPr>
          <p:nvPr>
            <p:ph type="sldNum" idx="33"/>
          </p:nvPr>
        </p:nvSpPr>
        <p:spPr bwMode="auto">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75000"/>
                  </a:schemeClr>
                </a:solidFill>
                <a:latin typeface="Calibri"/>
                <a:ea typeface="Arial"/>
              </a:defRPr>
            </a:lvl1pPr>
          </a:lstStyle>
          <a:p>
            <a:pPr indent="0" algn="r" defTabSz="914400">
              <a:lnSpc>
                <a:spcPct val="100000"/>
              </a:lnSpc>
              <a:buNone/>
              <a:tabLst>
                <a:tab pos="0" algn="l"/>
              </a:tabLst>
              <a:defRPr/>
            </a:pPr>
            <a:fld id="{60B8EF5C-22B8-4E48-BFF7-3F119FBB9B89}" type="slidenum">
              <a:rPr lang="fr-FR" sz="1200" b="0" u="none" strike="noStrike">
                <a:solidFill>
                  <a:schemeClr val="dk1">
                    <a:tint val="75000"/>
                  </a:schemeClr>
                </a:solidFill>
                <a:latin typeface="Calibri"/>
                <a:ea typeface="Arial"/>
              </a:rPr>
              <a:t>‹#›</a:t>
            </a:fld>
            <a:endParaRPr lang="en-US" sz="1200" b="0" u="none" strike="noStrike">
              <a:solidFill>
                <a:srgbClr val="000000"/>
              </a:solidFill>
              <a:latin typeface="Times New Roman"/>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media1.sv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 Id="rId9" Type="http://schemas.openxmlformats.org/officeDocument/2006/relationships/image" Target="../media/image15.jpg"/><Relationship Id="rId10"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media2.svg"/><Relationship Id="rId5"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8.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3190943" name="Image 3"/>
          <p:cNvPicPr/>
          <p:nvPr/>
        </p:nvPicPr>
        <p:blipFill rotWithShape="1">
          <a:blip r:embed="rId3"/>
          <a:stretch/>
        </p:blipFill>
        <p:spPr bwMode="auto">
          <a:xfrm>
            <a:off x="5334120" y="3600"/>
            <a:ext cx="6857280" cy="6857280"/>
          </a:xfrm>
          <a:prstGeom prst="rect">
            <a:avLst/>
          </a:prstGeom>
          <a:noFill/>
          <a:ln w="0">
            <a:noFill/>
          </a:ln>
        </p:spPr>
      </p:pic>
      <p:sp>
        <p:nvSpPr>
          <p:cNvPr id="928013361" name="TextBox 1"/>
          <p:cNvSpPr/>
          <p:nvPr/>
        </p:nvSpPr>
        <p:spPr bwMode="auto">
          <a:xfrm>
            <a:off x="2980800" y="2644200"/>
            <a:ext cx="6122160" cy="1445759"/>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8800" b="1" spc="-300">
                <a:solidFill>
                  <a:schemeClr val="dk1">
                    <a:lumMod val="85000"/>
                    <a:lumOff val="15000"/>
                  </a:schemeClr>
                </a:solidFill>
                <a:latin typeface="Arial"/>
              </a:rPr>
              <a:t>M’RAHBA7</a:t>
            </a:r>
            <a:endParaRPr lang="en-US" sz="8800" b="0" u="none" strike="noStrike">
              <a:solidFill>
                <a:srgbClr val="000000"/>
              </a:solidFill>
              <a:latin typeface="Arial"/>
            </a:endParaRPr>
          </a:p>
        </p:txBody>
      </p:sp>
      <p:sp>
        <p:nvSpPr>
          <p:cNvPr id="17508814" name="TextBox 2"/>
          <p:cNvSpPr/>
          <p:nvPr/>
        </p:nvSpPr>
        <p:spPr bwMode="auto">
          <a:xfrm>
            <a:off x="4162320" y="6084000"/>
            <a:ext cx="3939840" cy="368640"/>
          </a:xfrm>
          <a:prstGeom prst="rect">
            <a:avLst/>
          </a:prstGeom>
          <a:noFill/>
          <a:ln w="0">
            <a:noFill/>
          </a:ln>
        </p:spPr>
        <p:style>
          <a:lnRef idx="0">
            <a:srgbClr val="000000"/>
          </a:lnRef>
          <a:fillRef idx="0">
            <a:srgbClr val="000000"/>
          </a:fillRef>
          <a:effectRef idx="0">
            <a:srgbClr val="000000"/>
          </a:effectRef>
          <a:fontRef idx="minor"/>
        </p:style>
        <p:txBody>
          <a:bodyPr wrap="none" lIns="90000" tIns="45000" rIns="90000" bIns="45000" anchor="t">
            <a:spAutoFit/>
          </a:bodyPr>
          <a:lstStyle/>
          <a:p>
            <a:pPr defTabSz="914400">
              <a:lnSpc>
                <a:spcPct val="100000"/>
              </a:lnSpc>
              <a:defRPr/>
            </a:pPr>
            <a:r>
              <a:rPr lang="en-US" sz="1800" b="0" u="none" strike="noStrike">
                <a:solidFill>
                  <a:schemeClr val="dk1"/>
                </a:solidFill>
                <a:latin typeface="ANTROVECTRA-BOLDER"/>
                <a:ea typeface="Arial"/>
              </a:rPr>
              <a:t>Merci d’avoir fait confiance à Tendencia</a:t>
            </a:r>
            <a:endParaRPr lang="en-US" sz="1800" b="0" u="none" strike="noStrike">
              <a:solidFill>
                <a:srgbClr val="000000"/>
              </a:solidFill>
              <a:latin typeface="Arial"/>
            </a:endParaRPr>
          </a:p>
        </p:txBody>
      </p:sp>
      <p:sp>
        <p:nvSpPr>
          <p:cNvPr id="80903711" name="Rectangle 33"/>
          <p:cNvSpPr/>
          <p:nvPr/>
        </p:nvSpPr>
        <p:spPr bwMode="auto">
          <a:xfrm>
            <a:off x="3120840" y="403416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cxnSp>
        <p:nvCxnSpPr>
          <p:cNvPr id="1881829287" name="Straight Connector 34"/>
          <p:cNvCxnSpPr/>
          <p:nvPr/>
        </p:nvCxnSpPr>
        <p:spPr bwMode="auto">
          <a:xfrm>
            <a:off x="3120480" y="2746440"/>
            <a:ext cx="3786120" cy="720"/>
          </a:xfrm>
          <a:prstGeom prst="straightConnector1">
            <a:avLst/>
          </a:prstGeom>
          <a:ln w="0">
            <a:solidFill>
              <a:srgbClr val="000000"/>
            </a:solidFill>
          </a:ln>
        </p:spPr>
      </p:cxnSp>
      <p:pic>
        <p:nvPicPr>
          <p:cNvPr id="708510202" name="Picture 35"/>
          <p:cNvPicPr/>
          <p:nvPr/>
        </p:nvPicPr>
        <p:blipFill rotWithShape="1">
          <a:blip r:embed="rId4">
            <a:extLst>
              <a:ext uri="{96DAC541-7B7A-43D3-8B79-37D633B846F1}">
                <asvg:svgBlip xmlns:asvg="http://schemas.microsoft.com/office/drawing/2016/SVG/main" r:embed="rId5"/>
              </a:ext>
            </a:extLst>
          </a:blip>
          <a:stretch/>
        </p:blipFill>
        <p:spPr bwMode="auto">
          <a:xfrm>
            <a:off x="322200" y="5671440"/>
            <a:ext cx="1144080" cy="930600"/>
          </a:xfrm>
          <a:prstGeom prst="rect">
            <a:avLst/>
          </a:prstGeom>
          <a:noFill/>
          <a:ln w="0">
            <a:noFill/>
          </a:ln>
        </p:spPr>
      </p:pic>
      <p:grpSp>
        <p:nvGrpSpPr>
          <p:cNvPr id="170796006" name="Group 36"/>
          <p:cNvGrpSpPr/>
          <p:nvPr/>
        </p:nvGrpSpPr>
        <p:grpSpPr bwMode="auto">
          <a:xfrm>
            <a:off x="10278360" y="6310440"/>
            <a:ext cx="1694160" cy="284760"/>
            <a:chOff x="10278360" y="6310440"/>
            <a:chExt cx="1694160" cy="284760"/>
          </a:xfrm>
        </p:grpSpPr>
        <p:sp>
          <p:nvSpPr>
            <p:cNvPr id="81" name="Triangle 37"/>
            <p:cNvSpPr/>
            <p:nvPr/>
          </p:nvSpPr>
          <p:spPr bwMode="auto">
            <a:xfrm rot="5400000">
              <a:off x="10258560" y="6329880"/>
              <a:ext cx="284760" cy="24552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82" name="Triangle 38"/>
            <p:cNvSpPr/>
            <p:nvPr/>
          </p:nvSpPr>
          <p:spPr bwMode="auto">
            <a:xfrm rot="5400000">
              <a:off x="10500120" y="6329880"/>
              <a:ext cx="284760" cy="24552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83" name="Triangle 39"/>
            <p:cNvSpPr/>
            <p:nvPr/>
          </p:nvSpPr>
          <p:spPr bwMode="auto">
            <a:xfrm rot="5400000">
              <a:off x="10982880" y="6329880"/>
              <a:ext cx="284760" cy="24552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84" name="Triangle 40"/>
            <p:cNvSpPr/>
            <p:nvPr/>
          </p:nvSpPr>
          <p:spPr bwMode="auto">
            <a:xfrm rot="5400000">
              <a:off x="11707200" y="6329880"/>
              <a:ext cx="284760" cy="24552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6101287" name="Rectangle 18"/>
          <p:cNvSpPr/>
          <p:nvPr/>
        </p:nvSpPr>
        <p:spPr bwMode="auto">
          <a:xfrm>
            <a:off x="268920" y="275760"/>
            <a:ext cx="11627280" cy="62992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pic>
        <p:nvPicPr>
          <p:cNvPr id="1835075374" name="Picture 9"/>
          <p:cNvPicPr/>
          <p:nvPr/>
        </p:nvPicPr>
        <p:blipFill rotWithShape="1">
          <a:blip r:embed="rId3"/>
          <a:stretch/>
        </p:blipFill>
        <p:spPr bwMode="auto">
          <a:xfrm>
            <a:off x="10752120" y="5647680"/>
            <a:ext cx="1144080" cy="930600"/>
          </a:xfrm>
          <a:prstGeom prst="rect">
            <a:avLst/>
          </a:prstGeom>
          <a:noFill/>
          <a:ln w="0">
            <a:noFill/>
          </a:ln>
        </p:spPr>
      </p:pic>
      <p:grpSp>
        <p:nvGrpSpPr>
          <p:cNvPr id="1563424287" name="Group 10"/>
          <p:cNvGrpSpPr/>
          <p:nvPr/>
        </p:nvGrpSpPr>
        <p:grpSpPr bwMode="auto">
          <a:xfrm>
            <a:off x="7130880" y="6302880"/>
            <a:ext cx="1694520" cy="284760"/>
            <a:chOff x="7130880" y="6302880"/>
            <a:chExt cx="1694520" cy="284760"/>
          </a:xfrm>
        </p:grpSpPr>
        <p:sp>
          <p:nvSpPr>
            <p:cNvPr id="88" name="Triangle 12"/>
            <p:cNvSpPr/>
            <p:nvPr/>
          </p:nvSpPr>
          <p:spPr bwMode="auto">
            <a:xfrm rot="5400000">
              <a:off x="7111080" y="6322320"/>
              <a:ext cx="284760" cy="24552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89" name="Triangle 13"/>
            <p:cNvSpPr/>
            <p:nvPr/>
          </p:nvSpPr>
          <p:spPr bwMode="auto">
            <a:xfrm rot="5400000">
              <a:off x="7352640" y="6322320"/>
              <a:ext cx="284760" cy="24552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90" name="Triangle 14"/>
            <p:cNvSpPr/>
            <p:nvPr/>
          </p:nvSpPr>
          <p:spPr bwMode="auto">
            <a:xfrm rot="5400000">
              <a:off x="7835400" y="6322320"/>
              <a:ext cx="284760" cy="24552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91" name="Triangle 15"/>
            <p:cNvSpPr/>
            <p:nvPr/>
          </p:nvSpPr>
          <p:spPr bwMode="auto">
            <a:xfrm rot="5400000">
              <a:off x="8560080" y="6322320"/>
              <a:ext cx="284760" cy="24552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sp>
        <p:nvSpPr>
          <p:cNvPr id="1929462591" name="Rectangle 1"/>
          <p:cNvSpPr/>
          <p:nvPr/>
        </p:nvSpPr>
        <p:spPr bwMode="auto">
          <a:xfrm>
            <a:off x="7098840" y="334800"/>
            <a:ext cx="4650839" cy="517079"/>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MA" sz="2800" b="1" u="none" strike="noStrike">
                <a:solidFill>
                  <a:schemeClr val="dk1"/>
                </a:solidFill>
                <a:latin typeface="Arial"/>
                <a:ea typeface="Arial"/>
              </a:rPr>
              <a:t>{{event_type}} {{annee}}</a:t>
            </a:r>
            <a:endParaRPr lang="en-US" sz="2800" b="0" u="none" strike="noStrike">
              <a:solidFill>
                <a:srgbClr val="000000"/>
              </a:solidFill>
              <a:latin typeface="Arial"/>
            </a:endParaRPr>
          </a:p>
        </p:txBody>
      </p:sp>
      <p:sp>
        <p:nvSpPr>
          <p:cNvPr id="272629122" name="TextBox 3"/>
          <p:cNvSpPr/>
          <p:nvPr/>
        </p:nvSpPr>
        <p:spPr bwMode="auto">
          <a:xfrm>
            <a:off x="7098840" y="2832840"/>
            <a:ext cx="2197800" cy="3070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400" b="0" u="none" strike="noStrike">
                <a:solidFill>
                  <a:schemeClr val="dk1">
                    <a:lumMod val="85000"/>
                    <a:lumOff val="15000"/>
                  </a:schemeClr>
                </a:solidFill>
                <a:latin typeface="Arial"/>
                <a:ea typeface="Arial"/>
              </a:rPr>
              <a:t>Spécialement étudié pour </a:t>
            </a:r>
            <a:endParaRPr lang="en-US" sz="1400" b="0" u="none" strike="noStrike">
              <a:solidFill>
                <a:srgbClr val="000000"/>
              </a:solidFill>
              <a:latin typeface="Arial"/>
            </a:endParaRPr>
          </a:p>
        </p:txBody>
      </p:sp>
      <p:sp>
        <p:nvSpPr>
          <p:cNvPr id="1314922836" name="TextBox 6"/>
          <p:cNvSpPr/>
          <p:nvPr/>
        </p:nvSpPr>
        <p:spPr bwMode="auto">
          <a:xfrm>
            <a:off x="7122600" y="5489280"/>
            <a:ext cx="3047040" cy="5223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MA" sz="2800" b="1" u="none" strike="noStrike">
                <a:solidFill>
                  <a:schemeClr val="dk1">
                    <a:lumMod val="85000"/>
                    <a:lumOff val="15000"/>
                  </a:schemeClr>
                </a:solidFill>
                <a:latin typeface="Arial"/>
                <a:ea typeface="Arial"/>
              </a:rPr>
              <a:t>{{nb_personne}}</a:t>
            </a:r>
            <a:endParaRPr lang="en-US" sz="2800" b="0" u="none" strike="noStrike">
              <a:solidFill>
                <a:srgbClr val="000000"/>
              </a:solidFill>
              <a:latin typeface="Arial"/>
            </a:endParaRPr>
          </a:p>
        </p:txBody>
      </p:sp>
      <p:sp>
        <p:nvSpPr>
          <p:cNvPr id="1354499959" name="TextBox 7"/>
          <p:cNvSpPr/>
          <p:nvPr/>
        </p:nvSpPr>
        <p:spPr bwMode="auto">
          <a:xfrm>
            <a:off x="7098840" y="4929840"/>
            <a:ext cx="3137760" cy="5223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MA" sz="1400" b="0" u="none" strike="noStrike">
                <a:solidFill>
                  <a:schemeClr val="dk1"/>
                </a:solidFill>
                <a:latin typeface="Arial"/>
                <a:ea typeface="Arial"/>
              </a:rPr>
              <a:t> {{duree}}</a:t>
            </a:r>
            <a:endParaRPr lang="en-US" sz="1400" b="0" u="none" strike="noStrike">
              <a:solidFill>
                <a:srgbClr val="000000"/>
              </a:solidFill>
              <a:latin typeface="Arial"/>
            </a:endParaRPr>
          </a:p>
          <a:p>
            <a:pPr defTabSz="914400">
              <a:lnSpc>
                <a:spcPct val="100000"/>
              </a:lnSpc>
              <a:defRPr/>
            </a:pPr>
            <a:r>
              <a:rPr lang="fr-MA" sz="1400" b="0" u="none" strike="noStrike">
                <a:solidFill>
                  <a:srgbClr val="000000"/>
                </a:solidFill>
                <a:latin typeface="Arial"/>
                <a:ea typeface="Arial"/>
              </a:rPr>
              <a:t> {{date}}</a:t>
            </a:r>
            <a:endParaRPr lang="en-US" sz="1400" b="0" u="none" strike="noStrike">
              <a:solidFill>
                <a:srgbClr val="000000"/>
              </a:solidFill>
              <a:latin typeface="Arial"/>
            </a:endParaRPr>
          </a:p>
        </p:txBody>
      </p:sp>
      <p:sp>
        <p:nvSpPr>
          <p:cNvPr id="386177956" name="Rectangle 19"/>
          <p:cNvSpPr/>
          <p:nvPr/>
        </p:nvSpPr>
        <p:spPr bwMode="auto">
          <a:xfrm>
            <a:off x="7130520" y="89964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cxnSp>
        <p:nvCxnSpPr>
          <p:cNvPr id="1459724163" name="Straight Connector 17"/>
          <p:cNvCxnSpPr/>
          <p:nvPr/>
        </p:nvCxnSpPr>
        <p:spPr bwMode="auto">
          <a:xfrm>
            <a:off x="7098840" y="279000"/>
            <a:ext cx="3785760" cy="720"/>
          </a:xfrm>
          <a:prstGeom prst="straightConnector1">
            <a:avLst/>
          </a:prstGeom>
          <a:ln w="0">
            <a:solidFill>
              <a:srgbClr val="000000"/>
            </a:solidFill>
          </a:ln>
        </p:spPr>
      </p:cxnSp>
      <p:sp>
        <p:nvSpPr>
          <p:cNvPr id="118812184" name="Rectangle 22"/>
          <p:cNvSpPr/>
          <p:nvPr/>
        </p:nvSpPr>
        <p:spPr bwMode="auto">
          <a:xfrm>
            <a:off x="3533400" y="272520"/>
            <a:ext cx="3295800" cy="2702880"/>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976354996" name="Rectangle 24"/>
          <p:cNvSpPr/>
          <p:nvPr/>
        </p:nvSpPr>
        <p:spPr bwMode="auto">
          <a:xfrm>
            <a:off x="3549600" y="3732120"/>
            <a:ext cx="3295800" cy="2702880"/>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115617671" name="Espace réservé pour une image  31"/>
          <p:cNvSpPr/>
          <p:nvPr/>
        </p:nvSpPr>
        <p:spPr bwMode="auto">
          <a:xfrm>
            <a:off x="3534120" y="0"/>
            <a:ext cx="3326760" cy="3153240"/>
          </a:xfrm>
          <a:custGeom>
            <a:avLst/>
            <a:gdLst>
              <a:gd name="textAreaLeft" fmla="*/ 0 w 3326760"/>
              <a:gd name="textAreaRight" fmla="*/ 3327480 w 3326760"/>
              <a:gd name="textAreaTop" fmla="*/ 0 h 3153240"/>
              <a:gd name="textAreaBottom" fmla="*/ 3153960 h 3153240"/>
              <a:gd name="GluePoint1X" fmla="*/ 0 w 3327399"/>
              <a:gd name="GluePoint1Y" fmla="*/ 0 h 3154089"/>
              <a:gd name="GluePoint2X" fmla="*/ 3327399 w 3327399"/>
              <a:gd name="GluePoint2Y" fmla="*/ 0 h 3154089"/>
              <a:gd name="GluePoint3X" fmla="*/ 3327399 w 3327399"/>
              <a:gd name="GluePoint3Y" fmla="*/ 3154089 h 3154089"/>
              <a:gd name="GluePoint4X" fmla="*/ 0 w 3327399"/>
              <a:gd name="GluePoint4Y" fmla="*/ 3154089 h 315408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27399" h="3154089" fill="norm" stroke="1" extrusionOk="0">
                <a:moveTo>
                  <a:pt x="0" y="0"/>
                </a:moveTo>
                <a:lnTo>
                  <a:pt x="3327399" y="0"/>
                </a:lnTo>
                <a:lnTo>
                  <a:pt x="3327399" y="3154089"/>
                </a:lnTo>
                <a:lnTo>
                  <a:pt x="0" y="3154089"/>
                </a:lnTo>
                <a:close/>
              </a:path>
            </a:pathLst>
          </a:custGeom>
          <a:blipFill rotWithShape="0">
            <a:blip r:embed="rId4"/>
            <a:stretch/>
          </a:blipFill>
          <a:ln w="0">
            <a:noFill/>
          </a:ln>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800" b="0" u="none" strike="noStrike">
              <a:solidFill>
                <a:srgbClr val="000000"/>
              </a:solidFill>
              <a:latin typeface="Arial"/>
            </a:endParaRPr>
          </a:p>
        </p:txBody>
      </p:sp>
      <p:sp>
        <p:nvSpPr>
          <p:cNvPr id="885356444" name="Rectangle 25"/>
          <p:cNvSpPr/>
          <p:nvPr/>
        </p:nvSpPr>
        <p:spPr bwMode="auto">
          <a:xfrm>
            <a:off x="14040" y="334800"/>
            <a:ext cx="3295800" cy="3090240"/>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123976130" name="Rectangle 27"/>
          <p:cNvSpPr/>
          <p:nvPr/>
        </p:nvSpPr>
        <p:spPr bwMode="auto">
          <a:xfrm>
            <a:off x="-25920" y="4290120"/>
            <a:ext cx="3295800" cy="2367360"/>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976510777" name="Espace réservé pour une image  1038"/>
          <p:cNvSpPr/>
          <p:nvPr/>
        </p:nvSpPr>
        <p:spPr bwMode="auto">
          <a:xfrm>
            <a:off x="12240" y="0"/>
            <a:ext cx="3326760" cy="3843360"/>
          </a:xfrm>
          <a:custGeom>
            <a:avLst/>
            <a:gdLst>
              <a:gd name="textAreaLeft" fmla="*/ 0 w 3326760"/>
              <a:gd name="textAreaRight" fmla="*/ 3327480 w 3326760"/>
              <a:gd name="textAreaTop" fmla="*/ 0 h 3843360"/>
              <a:gd name="textAreaBottom" fmla="*/ 3844080 h 3843360"/>
              <a:gd name="GluePoint1X" fmla="*/ 0 w 3327399"/>
              <a:gd name="GluePoint1Y" fmla="*/ 0 h 3843939"/>
              <a:gd name="GluePoint2X" fmla="*/ 3327399 w 3327399"/>
              <a:gd name="GluePoint2Y" fmla="*/ 0 h 3843939"/>
              <a:gd name="GluePoint3X" fmla="*/ 3327399 w 3327399"/>
              <a:gd name="GluePoint3Y" fmla="*/ 3843939 h 3843939"/>
              <a:gd name="GluePoint4X" fmla="*/ 0 w 3327399"/>
              <a:gd name="GluePoint4Y" fmla="*/ 3843939 h 38439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27399" h="3843939" fill="norm" stroke="1" extrusionOk="0">
                <a:moveTo>
                  <a:pt x="0" y="0"/>
                </a:moveTo>
                <a:lnTo>
                  <a:pt x="3327399" y="0"/>
                </a:lnTo>
                <a:lnTo>
                  <a:pt x="3327399" y="3843939"/>
                </a:lnTo>
                <a:lnTo>
                  <a:pt x="0" y="3843939"/>
                </a:lnTo>
                <a:close/>
              </a:path>
            </a:pathLst>
          </a:custGeom>
          <a:blipFill rotWithShape="0">
            <a:blip r:embed="rId5"/>
            <a:stretch/>
          </a:blipFill>
          <a:ln w="0">
            <a:noFill/>
          </a:ln>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800" b="0" u="none" strike="noStrike">
              <a:solidFill>
                <a:srgbClr val="000000"/>
              </a:solidFill>
              <a:latin typeface="Arial"/>
            </a:endParaRPr>
          </a:p>
        </p:txBody>
      </p:sp>
      <p:sp>
        <p:nvSpPr>
          <p:cNvPr id="222288143" name="Espace réservé pour une image  1042"/>
          <p:cNvSpPr/>
          <p:nvPr/>
        </p:nvSpPr>
        <p:spPr bwMode="auto">
          <a:xfrm>
            <a:off x="-18720" y="4057200"/>
            <a:ext cx="3326760" cy="2781360"/>
          </a:xfrm>
          <a:custGeom>
            <a:avLst/>
            <a:gdLst>
              <a:gd name="textAreaLeft" fmla="*/ 0 w 3326760"/>
              <a:gd name="textAreaRight" fmla="*/ 3327480 w 3326760"/>
              <a:gd name="textAreaTop" fmla="*/ 0 h 2781360"/>
              <a:gd name="textAreaBottom" fmla="*/ 2782080 h 2781360"/>
              <a:gd name="GluePoint1X" fmla="*/ 0 w 3327399"/>
              <a:gd name="GluePoint1Y" fmla="*/ 0 h 2782201"/>
              <a:gd name="GluePoint2X" fmla="*/ 3327399 w 3327399"/>
              <a:gd name="GluePoint2Y" fmla="*/ 0 h 2782201"/>
              <a:gd name="GluePoint3X" fmla="*/ 3327399 w 3327399"/>
              <a:gd name="GluePoint3Y" fmla="*/ 2782201 h 2782201"/>
              <a:gd name="GluePoint4X" fmla="*/ 0 w 3327399"/>
              <a:gd name="GluePoint4Y" fmla="*/ 2782201 h 278220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27399" h="2782201" fill="norm" stroke="1" extrusionOk="0">
                <a:moveTo>
                  <a:pt x="0" y="0"/>
                </a:moveTo>
                <a:lnTo>
                  <a:pt x="3327399" y="0"/>
                </a:lnTo>
                <a:lnTo>
                  <a:pt x="3327399" y="2782201"/>
                </a:lnTo>
                <a:lnTo>
                  <a:pt x="0" y="2782201"/>
                </a:lnTo>
                <a:close/>
              </a:path>
            </a:pathLst>
          </a:custGeom>
          <a:blipFill rotWithShape="0">
            <a:blip r:embed="rId6"/>
            <a:stretch/>
          </a:blipFill>
          <a:ln w="0">
            <a:noFill/>
          </a:ln>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800" b="0" u="none" strike="noStrike">
              <a:solidFill>
                <a:srgbClr val="000000"/>
              </a:solidFill>
              <a:latin typeface="Arial"/>
            </a:endParaRPr>
          </a:p>
        </p:txBody>
      </p:sp>
      <p:sp>
        <p:nvSpPr>
          <p:cNvPr id="1123921477" name="TextBox 29"/>
          <p:cNvSpPr/>
          <p:nvPr/>
        </p:nvSpPr>
        <p:spPr bwMode="auto">
          <a:xfrm>
            <a:off x="7371720" y="1570680"/>
            <a:ext cx="3973320" cy="107640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algn="ctr" defTabSz="914400">
              <a:lnSpc>
                <a:spcPct val="100000"/>
              </a:lnSpc>
              <a:defRPr/>
            </a:pPr>
            <a:r>
              <a:rPr lang="fr-FR" sz="2400" b="1" u="none" strike="noStrike">
                <a:solidFill>
                  <a:schemeClr val="dk1"/>
                </a:solidFill>
                <a:latin typeface="Arial"/>
                <a:ea typeface="Arial"/>
              </a:rPr>
              <a:t>{{event_nom}}</a:t>
            </a:r>
            <a:r>
              <a:rPr lang="fr-FR" sz="2400" b="1" u="none" strike="noStrike">
                <a:solidFill>
                  <a:srgbClr val="FF0000"/>
                </a:solidFill>
                <a:latin typeface="Arial"/>
                <a:ea typeface="Arial"/>
              </a:rPr>
              <a:t> </a:t>
            </a:r>
            <a:r>
              <a:rPr lang="fr-FR" sz="2400" b="1" u="none" strike="noStrike">
                <a:solidFill>
                  <a:schemeClr val="dk1"/>
                </a:solidFill>
                <a:latin typeface="Arial"/>
                <a:ea typeface="Arial"/>
              </a:rPr>
              <a:t>-</a:t>
            </a:r>
            <a:r>
              <a:rPr lang="fr-FR" sz="4000" b="0" u="none" strike="noStrike">
                <a:solidFill>
                  <a:schemeClr val="dk1"/>
                </a:solidFill>
                <a:latin typeface="Arial"/>
                <a:ea typeface="GulimChe"/>
              </a:rPr>
              <a:t> </a:t>
            </a:r>
            <a:r>
              <a:rPr lang="fr-FR" sz="2400" b="1" u="none" strike="noStrike">
                <a:solidFill>
                  <a:schemeClr val="dk1"/>
                </a:solidFill>
                <a:latin typeface="Arial"/>
                <a:ea typeface="Arial"/>
              </a:rPr>
              <a:t>{{destination}} - {{annee}}</a:t>
            </a:r>
            <a:endParaRPr lang="en-US" sz="2400" b="0" u="none" strike="noStrike">
              <a:solidFill>
                <a:srgbClr val="000000"/>
              </a:solidFill>
              <a:latin typeface="Arial"/>
            </a:endParaRPr>
          </a:p>
        </p:txBody>
      </p:sp>
      <p:pic>
        <p:nvPicPr>
          <p:cNvPr id="1955372401" name="Espace réservé pour une image  7" descr="{{image:topic}}"/>
          <p:cNvPicPr/>
          <p:nvPr/>
        </p:nvPicPr>
        <p:blipFill rotWithShape="1">
          <a:blip r:embed="rId7"/>
          <a:stretch/>
        </p:blipFill>
        <p:spPr bwMode="auto">
          <a:xfrm>
            <a:off x="3558600" y="3359160"/>
            <a:ext cx="3326760" cy="3498120"/>
          </a:xfrm>
          <a:prstGeom prst="rect">
            <a:avLst/>
          </a:prstGeom>
          <a:pattFill prst="wdUpDiag">
            <a:fgClr>
              <a:srgbClr val="4472C4"/>
            </a:fgClr>
            <a:bgClr>
              <a:srgbClr val="FFFFFF"/>
            </a:bgClr>
          </a:pattFill>
          <a:ln w="0">
            <a:noFill/>
          </a:ln>
        </p:spPr>
      </p:pic>
      <p:sp>
        <p:nvSpPr>
          <p:cNvPr id="878170613" name="Oval 3" descr="{{image:logo}}"/>
          <p:cNvSpPr/>
          <p:nvPr/>
        </p:nvSpPr>
        <p:spPr bwMode="auto">
          <a:xfrm>
            <a:off x="8395560" y="3340800"/>
            <a:ext cx="1551600" cy="1638720"/>
          </a:xfrm>
          <a:prstGeom prst="ellipse">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defRPr/>
            </a:pPr>
            <a:endParaRPr lang="en-US" sz="1800" b="0" u="none" strike="noStrike">
              <a:solidFill>
                <a:schemeClr val="lt1"/>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46522990" name="Picture 11"/>
          <p:cNvPicPr/>
          <p:nvPr/>
        </p:nvPicPr>
        <p:blipFill rotWithShape="1">
          <a:blip r:embed="rId3"/>
          <a:stretch/>
        </p:blipFill>
        <p:spPr bwMode="auto">
          <a:xfrm>
            <a:off x="281880" y="5647680"/>
            <a:ext cx="1144080" cy="930600"/>
          </a:xfrm>
          <a:prstGeom prst="rect">
            <a:avLst/>
          </a:prstGeom>
          <a:noFill/>
          <a:ln w="0">
            <a:noFill/>
          </a:ln>
        </p:spPr>
      </p:pic>
      <p:grpSp>
        <p:nvGrpSpPr>
          <p:cNvPr id="258943098" name="Group 12"/>
          <p:cNvGrpSpPr/>
          <p:nvPr/>
        </p:nvGrpSpPr>
        <p:grpSpPr bwMode="auto">
          <a:xfrm>
            <a:off x="10198800" y="282240"/>
            <a:ext cx="1694160" cy="284760"/>
            <a:chOff x="10198800" y="282240"/>
            <a:chExt cx="1694160" cy="284760"/>
          </a:xfrm>
        </p:grpSpPr>
        <p:sp>
          <p:nvSpPr>
            <p:cNvPr id="110" name="Triangle 13"/>
            <p:cNvSpPr/>
            <p:nvPr/>
          </p:nvSpPr>
          <p:spPr bwMode="auto">
            <a:xfrm rot="5400000">
              <a:off x="10179000" y="301680"/>
              <a:ext cx="284760" cy="24552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11" name="Triangle 15"/>
            <p:cNvSpPr/>
            <p:nvPr/>
          </p:nvSpPr>
          <p:spPr bwMode="auto">
            <a:xfrm rot="5400000">
              <a:off x="10420200" y="301680"/>
              <a:ext cx="284760" cy="24552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12" name="Triangle 21"/>
            <p:cNvSpPr/>
            <p:nvPr/>
          </p:nvSpPr>
          <p:spPr bwMode="auto">
            <a:xfrm rot="5400000">
              <a:off x="10903320" y="301680"/>
              <a:ext cx="284760" cy="24552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13" name="Triangle 22"/>
            <p:cNvSpPr/>
            <p:nvPr/>
          </p:nvSpPr>
          <p:spPr bwMode="auto">
            <a:xfrm rot="5400000">
              <a:off x="11627640" y="301680"/>
              <a:ext cx="284760" cy="24552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grpSp>
        <p:nvGrpSpPr>
          <p:cNvPr id="1331230483" name="Groupe 14"/>
          <p:cNvGrpSpPr/>
          <p:nvPr/>
        </p:nvGrpSpPr>
        <p:grpSpPr bwMode="auto">
          <a:xfrm>
            <a:off x="6200640" y="2016000"/>
            <a:ext cx="5691960" cy="4613760"/>
            <a:chOff x="6200640" y="2016000"/>
            <a:chExt cx="5691960" cy="4613760"/>
          </a:xfrm>
        </p:grpSpPr>
        <p:sp>
          <p:nvSpPr>
            <p:cNvPr id="115" name="Rectangle 5"/>
            <p:cNvSpPr/>
            <p:nvPr/>
          </p:nvSpPr>
          <p:spPr bwMode="auto">
            <a:xfrm>
              <a:off x="6200640" y="2650680"/>
              <a:ext cx="5691960" cy="3979080"/>
            </a:xfrm>
            <a:prstGeom prst="rect">
              <a:avLst/>
            </a:prstGeom>
            <a:solidFill>
              <a:srgbClr val="F6C819"/>
            </a:solidFill>
            <a:ln>
              <a:noFill/>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lstStyle/>
            <a:p>
              <a:pPr>
                <a:defRPr/>
              </a:pPr>
              <a:endParaRPr lang="fr-FR" sz="1800" b="1" u="none" strike="noStrike">
                <a:solidFill>
                  <a:schemeClr val="lt1"/>
                </a:solidFill>
                <a:latin typeface="Calibri"/>
              </a:endParaRPr>
            </a:p>
          </p:txBody>
        </p:sp>
        <p:sp>
          <p:nvSpPr>
            <p:cNvPr id="116" name="TextBox 4"/>
            <p:cNvSpPr/>
            <p:nvPr/>
          </p:nvSpPr>
          <p:spPr bwMode="auto">
            <a:xfrm>
              <a:off x="6442200" y="2932200"/>
              <a:ext cx="5250960" cy="34156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200" b="0" i="1" u="none" strike="noStrike">
                  <a:solidFill>
                    <a:schemeClr val="lt1"/>
                  </a:solidFill>
                  <a:latin typeface="Arial"/>
                  <a:ea typeface="Arial"/>
                </a:rPr>
                <a:t>Nous sommes une équipe d’Events /voyages  designers, talentueux,  réactifs,  flexibles, à l’écoute, toujours en quête d’idées originales de solutions créatives , de nouveaux moyens  techniques, logistiques et scénographiques afin de rendre vos voyages riches en couleurs et émotions.. et vos projets Events innovants et proches de vos valeurs.</a:t>
              </a:r>
              <a:endParaRPr lang="en-US" sz="1200" b="0" u="none" strike="noStrike">
                <a:solidFill>
                  <a:srgbClr val="000000"/>
                </a:solidFill>
                <a:latin typeface="Arial"/>
              </a:endParaRPr>
            </a:p>
            <a:p>
              <a:pPr defTabSz="914400">
                <a:lnSpc>
                  <a:spcPct val="100000"/>
                </a:lnSpc>
                <a:defRPr/>
              </a:pPr>
              <a:endParaRPr lang="en-US" sz="1200" b="0" u="none" strike="noStrike">
                <a:solidFill>
                  <a:srgbClr val="000000"/>
                </a:solidFill>
                <a:latin typeface="Arial"/>
              </a:endParaRPr>
            </a:p>
            <a:p>
              <a:pPr defTabSz="914400">
                <a:lnSpc>
                  <a:spcPct val="100000"/>
                </a:lnSpc>
                <a:defRPr/>
              </a:pPr>
              <a:r>
                <a:rPr lang="fr-FR" sz="1200" b="0" i="1" u="none" strike="noStrike">
                  <a:solidFill>
                    <a:schemeClr val="lt1"/>
                  </a:solidFill>
                  <a:latin typeface="Arial"/>
                  <a:ea typeface="Arial"/>
                </a:rPr>
                <a:t>Nous considérons chaque détail de l’organisation et nous portons une vue d’ensemble de 360° business Service afin de croiser au mieux vos attentes, puiser dans le meilleurs de nos services..</a:t>
              </a:r>
              <a:endParaRPr lang="en-US" sz="1200" b="0" u="none" strike="noStrike">
                <a:solidFill>
                  <a:srgbClr val="000000"/>
                </a:solidFill>
                <a:latin typeface="Arial"/>
              </a:endParaRPr>
            </a:p>
            <a:p>
              <a:pPr defTabSz="914400">
                <a:lnSpc>
                  <a:spcPct val="100000"/>
                </a:lnSpc>
                <a:defRPr/>
              </a:pPr>
              <a:endParaRPr lang="en-US" sz="1200" b="0" u="none" strike="noStrike">
                <a:solidFill>
                  <a:srgbClr val="000000"/>
                </a:solidFill>
                <a:latin typeface="Arial"/>
              </a:endParaRPr>
            </a:p>
            <a:p>
              <a:pPr algn="ctr" defTabSz="914400">
                <a:lnSpc>
                  <a:spcPct val="100000"/>
                </a:lnSpc>
                <a:defRPr/>
              </a:pPr>
              <a:r>
                <a:rPr lang="fr-FR" sz="1200" b="0" u="none" strike="noStrike">
                  <a:solidFill>
                    <a:schemeClr val="dk1"/>
                  </a:solidFill>
                  <a:latin typeface="Arial"/>
                  <a:ea typeface="Arial"/>
                </a:rPr>
                <a:t>Dans un monde qui change chaque seconde, il importe d’identifier avec certitude et précision les tendances du marchés le plus en amont possible, afin de pouvoir réagir et adapter l’offre en conséquence.. </a:t>
              </a:r>
              <a:endParaRPr lang="en-US" sz="1200" b="0" u="none" strike="noStrike">
                <a:solidFill>
                  <a:srgbClr val="000000"/>
                </a:solidFill>
                <a:latin typeface="Arial"/>
              </a:endParaRPr>
            </a:p>
            <a:p>
              <a:pPr algn="ctr" defTabSz="914400">
                <a:lnSpc>
                  <a:spcPct val="100000"/>
                </a:lnSpc>
                <a:defRPr/>
              </a:pPr>
              <a:r>
                <a:rPr lang="fr-FR" sz="1200" b="0" u="none" strike="noStrike">
                  <a:solidFill>
                    <a:schemeClr val="dk1"/>
                  </a:solidFill>
                  <a:latin typeface="Arial"/>
                  <a:ea typeface="Arial"/>
                </a:rPr>
                <a:t>le monde l’événementiel et voyage n’échappe pas à cette règle!!</a:t>
              </a:r>
              <a:endParaRPr lang="en-US" sz="1200" b="0" u="none" strike="noStrike">
                <a:solidFill>
                  <a:srgbClr val="000000"/>
                </a:solidFill>
                <a:latin typeface="Arial"/>
              </a:endParaRPr>
            </a:p>
            <a:p>
              <a:pPr algn="ctr" defTabSz="914400">
                <a:lnSpc>
                  <a:spcPct val="100000"/>
                </a:lnSpc>
                <a:defRPr/>
              </a:pPr>
              <a:r>
                <a:rPr lang="fr-FR" sz="1200" b="0" u="none" strike="noStrike">
                  <a:solidFill>
                    <a:schemeClr val="dk1"/>
                  </a:solidFill>
                  <a:latin typeface="Arial"/>
                  <a:ea typeface="Arial"/>
                </a:rPr>
                <a:t>Cette démarche est surtout très utilisée pour orienter nos services et idées avec une longueur d’avance sur la concurrence et une palette de concepts out of the box</a:t>
              </a:r>
              <a:endParaRPr lang="en-US" sz="1200" b="0" u="none" strike="noStrike">
                <a:solidFill>
                  <a:srgbClr val="000000"/>
                </a:solidFill>
                <a:latin typeface="Arial"/>
              </a:endParaRPr>
            </a:p>
          </p:txBody>
        </p:sp>
        <p:sp>
          <p:nvSpPr>
            <p:cNvPr id="117" name="TextBox 24"/>
            <p:cNvSpPr/>
            <p:nvPr/>
          </p:nvSpPr>
          <p:spPr bwMode="auto">
            <a:xfrm>
              <a:off x="8014320" y="2016000"/>
              <a:ext cx="2064240" cy="830160"/>
            </a:xfrm>
            <a:prstGeom prst="rect">
              <a:avLst/>
            </a:prstGeom>
            <a:noFill/>
            <a:ln w="0">
              <a:noFill/>
            </a:ln>
          </p:spPr>
          <p:style>
            <a:lnRef idx="0">
              <a:srgbClr val="000000"/>
            </a:lnRef>
            <a:fillRef idx="0">
              <a:srgbClr val="000000"/>
            </a:fillRef>
            <a:effectRef idx="0">
              <a:srgbClr val="000000"/>
            </a:effectRef>
            <a:fontRef idx="minor"/>
          </p:style>
          <p:txBody>
            <a:bodyPr wrap="none" lIns="90000" tIns="45000" rIns="90000" bIns="45000" anchor="t">
              <a:spAutoFit/>
            </a:bodyPr>
            <a:lstStyle/>
            <a:p>
              <a:pPr defTabSz="914400">
                <a:lnSpc>
                  <a:spcPct val="100000"/>
                </a:lnSpc>
                <a:defRPr/>
              </a:pPr>
              <a:r>
                <a:rPr lang="fr-FR" sz="4800" b="1" u="none" strike="noStrike">
                  <a:solidFill>
                    <a:srgbClr val="FFC000"/>
                  </a:solidFill>
                  <a:latin typeface="Arial"/>
                  <a:ea typeface="Arial"/>
                </a:rPr>
                <a:t>THINK</a:t>
              </a:r>
              <a:endParaRPr lang="en-US" sz="4800" b="0" u="none" strike="noStrike">
                <a:solidFill>
                  <a:srgbClr val="000000"/>
                </a:solidFill>
                <a:latin typeface="Arial"/>
              </a:endParaRPr>
            </a:p>
          </p:txBody>
        </p:sp>
      </p:grpSp>
      <p:sp>
        <p:nvSpPr>
          <p:cNvPr id="702281024" name="Rectangle 3"/>
          <p:cNvSpPr/>
          <p:nvPr/>
        </p:nvSpPr>
        <p:spPr bwMode="auto">
          <a:xfrm>
            <a:off x="232200" y="497088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nvGrpSpPr>
          <p:cNvPr id="1605650788" name="Groupe 16"/>
          <p:cNvGrpSpPr/>
          <p:nvPr/>
        </p:nvGrpSpPr>
        <p:grpSpPr bwMode="auto">
          <a:xfrm>
            <a:off x="239040" y="1945800"/>
            <a:ext cx="6096600" cy="4098960"/>
            <a:chOff x="239040" y="1945800"/>
            <a:chExt cx="6096600" cy="4098960"/>
          </a:xfrm>
        </p:grpSpPr>
        <p:sp>
          <p:nvSpPr>
            <p:cNvPr id="120" name="Rectangle 6"/>
            <p:cNvSpPr/>
            <p:nvPr/>
          </p:nvSpPr>
          <p:spPr bwMode="auto">
            <a:xfrm>
              <a:off x="239040" y="1945800"/>
              <a:ext cx="6096600" cy="3006720"/>
            </a:xfrm>
            <a:prstGeom prst="rect">
              <a:avLst/>
            </a:prstGeom>
            <a:solidFill>
              <a:srgbClr val="255AA8"/>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21" name="TextBox 2"/>
            <p:cNvSpPr/>
            <p:nvPr/>
          </p:nvSpPr>
          <p:spPr bwMode="auto">
            <a:xfrm>
              <a:off x="358920" y="2094840"/>
              <a:ext cx="5691960" cy="26769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2800" b="1" u="none" strike="noStrike">
                  <a:solidFill>
                    <a:schemeClr val="accent4"/>
                  </a:solidFill>
                  <a:latin typeface="Arial"/>
                  <a:ea typeface="Arial"/>
                </a:rPr>
                <a:t>TENDENCIA DES CONCEPTS DANS L’AIR DU TEMPS</a:t>
              </a:r>
              <a:r>
                <a:rPr lang="fr-FR" sz="2800" b="1" u="none" strike="noStrike">
                  <a:solidFill>
                    <a:schemeClr val="lt1"/>
                  </a:solidFill>
                  <a:latin typeface="Arial"/>
                  <a:ea typeface="Arial"/>
                </a:rPr>
                <a:t>, DES SCÉNARISATIONS D’ÉVÉNEMENT EN VOGUE, AVEC UNE BANQUE D’IDÉES FRAICHES ET INÉPUISABLES..</a:t>
              </a:r>
              <a:endParaRPr lang="en-US" sz="2800" b="0" u="none" strike="noStrike">
                <a:solidFill>
                  <a:srgbClr val="000000"/>
                </a:solidFill>
                <a:latin typeface="Arial"/>
              </a:endParaRPr>
            </a:p>
          </p:txBody>
        </p:sp>
        <p:sp>
          <p:nvSpPr>
            <p:cNvPr id="122" name="TextBox 25"/>
            <p:cNvSpPr/>
            <p:nvPr/>
          </p:nvSpPr>
          <p:spPr bwMode="auto">
            <a:xfrm>
              <a:off x="2653920" y="4763160"/>
              <a:ext cx="2683080" cy="830160"/>
            </a:xfrm>
            <a:prstGeom prst="rect">
              <a:avLst/>
            </a:prstGeom>
            <a:noFill/>
            <a:ln w="0">
              <a:noFill/>
            </a:ln>
          </p:spPr>
          <p:style>
            <a:lnRef idx="0">
              <a:srgbClr val="000000"/>
            </a:lnRef>
            <a:fillRef idx="0">
              <a:srgbClr val="000000"/>
            </a:fillRef>
            <a:effectRef idx="0">
              <a:srgbClr val="000000"/>
            </a:effectRef>
            <a:fontRef idx="minor"/>
          </p:style>
          <p:txBody>
            <a:bodyPr wrap="none" lIns="90000" tIns="45000" rIns="90000" bIns="45000" anchor="t">
              <a:spAutoFit/>
            </a:bodyPr>
            <a:lstStyle/>
            <a:p>
              <a:pPr defTabSz="914400">
                <a:lnSpc>
                  <a:spcPct val="100000"/>
                </a:lnSpc>
                <a:defRPr/>
              </a:pPr>
              <a:r>
                <a:rPr lang="fr-FR" sz="4800" b="1" u="none" strike="noStrike">
                  <a:solidFill>
                    <a:srgbClr val="255AA9"/>
                  </a:solidFill>
                  <a:latin typeface="Arial"/>
                  <a:ea typeface="Arial"/>
                </a:rPr>
                <a:t>OUT OF </a:t>
              </a:r>
              <a:endParaRPr lang="en-US" sz="4800" b="0" u="none" strike="noStrike">
                <a:solidFill>
                  <a:srgbClr val="000000"/>
                </a:solidFill>
                <a:latin typeface="Arial"/>
              </a:endParaRPr>
            </a:p>
          </p:txBody>
        </p:sp>
        <p:sp>
          <p:nvSpPr>
            <p:cNvPr id="123" name="TextBox 25"/>
            <p:cNvSpPr/>
            <p:nvPr/>
          </p:nvSpPr>
          <p:spPr bwMode="auto">
            <a:xfrm>
              <a:off x="2563560" y="5214600"/>
              <a:ext cx="2920320" cy="830160"/>
            </a:xfrm>
            <a:prstGeom prst="rect">
              <a:avLst/>
            </a:prstGeom>
            <a:noFill/>
            <a:ln w="0">
              <a:noFill/>
            </a:ln>
          </p:spPr>
          <p:style>
            <a:lnRef idx="0">
              <a:srgbClr val="000000"/>
            </a:lnRef>
            <a:fillRef idx="0">
              <a:srgbClr val="000000"/>
            </a:fillRef>
            <a:effectRef idx="0">
              <a:srgbClr val="000000"/>
            </a:effectRef>
            <a:fontRef idx="minor"/>
          </p:style>
          <p:txBody>
            <a:bodyPr wrap="none" lIns="90000" tIns="45000" rIns="90000" bIns="45000" anchor="t">
              <a:spAutoFit/>
            </a:bodyPr>
            <a:lstStyle/>
            <a:p>
              <a:pPr defTabSz="914400">
                <a:lnSpc>
                  <a:spcPct val="100000"/>
                </a:lnSpc>
                <a:defRPr/>
              </a:pPr>
              <a:r>
                <a:rPr lang="fr-FR" sz="4800" b="1" u="none" strike="noStrike">
                  <a:solidFill>
                    <a:srgbClr val="255AA9"/>
                  </a:solidFill>
                  <a:latin typeface="Arial"/>
                  <a:ea typeface="Arial"/>
                </a:rPr>
                <a:t>THE BOX</a:t>
              </a:r>
              <a:endParaRPr lang="en-US" sz="4800" b="0" u="none" strike="noStrike">
                <a:solidFill>
                  <a:srgbClr val="000000"/>
                </a:solidFill>
                <a:latin typeface="Arial"/>
              </a:endParaRPr>
            </a:p>
          </p:txBody>
        </p:sp>
      </p:grpSp>
      <p:pic>
        <p:nvPicPr>
          <p:cNvPr id="1734223895" name="Image 9"/>
          <p:cNvPicPr/>
          <p:nvPr/>
        </p:nvPicPr>
        <p:blipFill rotWithShape="1">
          <a:blip r:embed="rId4"/>
          <a:stretch/>
        </p:blipFill>
        <p:spPr bwMode="auto">
          <a:xfrm>
            <a:off x="3323160" y="-252360"/>
            <a:ext cx="3132000" cy="3006720"/>
          </a:xfrm>
          <a:prstGeom prst="rect">
            <a:avLst/>
          </a:prstGeom>
          <a:noFill/>
          <a:ln w="0">
            <a:noFill/>
          </a:ln>
        </p:spPr>
      </p:pic>
      <p:sp>
        <p:nvSpPr>
          <p:cNvPr id="304156068" name="Rectangle 17"/>
          <p:cNvSpPr/>
          <p:nvPr/>
        </p:nvSpPr>
        <p:spPr bwMode="auto">
          <a:xfrm>
            <a:off x="6442200" y="2924640"/>
            <a:ext cx="5250960" cy="2004480"/>
          </a:xfrm>
          <a:prstGeom prst="rect">
            <a:avLst/>
          </a:prstGeom>
          <a:noFill/>
          <a:ln>
            <a:solidFill>
              <a:srgbClr val="FFFFFF"/>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defRPr/>
            </a:pPr>
            <a:endParaRPr lang="fr-FR" sz="1800" b="0" u="none" strike="noStrike">
              <a:solidFill>
                <a:schemeClr val="dk1"/>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8430909" name="Rectangle 37"/>
          <p:cNvSpPr/>
          <p:nvPr/>
        </p:nvSpPr>
        <p:spPr bwMode="auto">
          <a:xfrm>
            <a:off x="281880" y="279000"/>
            <a:ext cx="11627280" cy="62992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nvGrpSpPr>
          <p:cNvPr id="2147457902" name="Group 31"/>
          <p:cNvGrpSpPr/>
          <p:nvPr/>
        </p:nvGrpSpPr>
        <p:grpSpPr bwMode="auto">
          <a:xfrm>
            <a:off x="8834040" y="6143400"/>
            <a:ext cx="2066400" cy="347400"/>
            <a:chOff x="8834040" y="6143400"/>
            <a:chExt cx="2066400" cy="347400"/>
          </a:xfrm>
        </p:grpSpPr>
        <p:sp>
          <p:nvSpPr>
            <p:cNvPr id="128" name="Triangle 32"/>
            <p:cNvSpPr/>
            <p:nvPr/>
          </p:nvSpPr>
          <p:spPr bwMode="auto">
            <a:xfrm rot="5400000">
              <a:off x="8809920" y="6167160"/>
              <a:ext cx="347400" cy="29952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29" name="Triangle 33"/>
            <p:cNvSpPr/>
            <p:nvPr/>
          </p:nvSpPr>
          <p:spPr bwMode="auto">
            <a:xfrm rot="5400000">
              <a:off x="9104400" y="6167160"/>
              <a:ext cx="347400" cy="29952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30" name="Triangle 34"/>
            <p:cNvSpPr/>
            <p:nvPr/>
          </p:nvSpPr>
          <p:spPr bwMode="auto">
            <a:xfrm rot="5400000">
              <a:off x="9693360" y="6167160"/>
              <a:ext cx="347400" cy="29952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31" name="Triangle 35"/>
            <p:cNvSpPr/>
            <p:nvPr/>
          </p:nvSpPr>
          <p:spPr bwMode="auto">
            <a:xfrm rot="5400000">
              <a:off x="10576800" y="6167160"/>
              <a:ext cx="347400" cy="29952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sp>
        <p:nvSpPr>
          <p:cNvPr id="626395530" name="TextBox 2"/>
          <p:cNvSpPr/>
          <p:nvPr/>
        </p:nvSpPr>
        <p:spPr bwMode="auto">
          <a:xfrm>
            <a:off x="364320" y="405720"/>
            <a:ext cx="7120440" cy="5223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2800" b="1" u="none" strike="noStrike">
                <a:solidFill>
                  <a:schemeClr val="accent4"/>
                </a:solidFill>
                <a:latin typeface="Arial"/>
                <a:ea typeface="GulimChe"/>
              </a:rPr>
              <a:t>MOROCCO, </a:t>
            </a:r>
            <a:r>
              <a:rPr lang="fr-FR" sz="2800" b="0" u="none" strike="noStrike">
                <a:solidFill>
                  <a:schemeClr val="dk1">
                    <a:lumMod val="85000"/>
                    <a:lumOff val="15000"/>
                  </a:schemeClr>
                </a:solidFill>
                <a:latin typeface="Arial"/>
                <a:ea typeface="GulimChe"/>
              </a:rPr>
              <a:t>LAND OF CONTRASTS...</a:t>
            </a:r>
            <a:endParaRPr lang="en-US" sz="2800" b="0" u="none" strike="noStrike">
              <a:solidFill>
                <a:srgbClr val="000000"/>
              </a:solidFill>
              <a:latin typeface="Arial"/>
            </a:endParaRPr>
          </a:p>
        </p:txBody>
      </p:sp>
      <p:sp>
        <p:nvSpPr>
          <p:cNvPr id="534131828" name="Rectangle 6"/>
          <p:cNvSpPr/>
          <p:nvPr/>
        </p:nvSpPr>
        <p:spPr bwMode="auto">
          <a:xfrm>
            <a:off x="468000" y="97524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cxnSp>
        <p:nvCxnSpPr>
          <p:cNvPr id="923244869" name="Straight Connector 7"/>
          <p:cNvCxnSpPr/>
          <p:nvPr/>
        </p:nvCxnSpPr>
        <p:spPr bwMode="auto">
          <a:xfrm>
            <a:off x="467640" y="359640"/>
            <a:ext cx="3785760" cy="720"/>
          </a:xfrm>
          <a:prstGeom prst="straightConnector1">
            <a:avLst/>
          </a:prstGeom>
          <a:ln w="0">
            <a:solidFill>
              <a:srgbClr val="000000"/>
            </a:solidFill>
          </a:ln>
        </p:spPr>
      </p:cxnSp>
      <p:sp>
        <p:nvSpPr>
          <p:cNvPr id="1336463944" name="Rectangle 23"/>
          <p:cNvSpPr/>
          <p:nvPr/>
        </p:nvSpPr>
        <p:spPr bwMode="auto">
          <a:xfrm>
            <a:off x="10106280" y="3342960"/>
            <a:ext cx="1603080" cy="1603080"/>
          </a:xfrm>
          <a:prstGeom prst="rect">
            <a:avLst/>
          </a:prstGeom>
          <a:blipFill rotWithShape="0">
            <a:blip r:embed="rId3"/>
            <a:stretch/>
          </a:blip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pic>
        <p:nvPicPr>
          <p:cNvPr id="1580869772" name="Picture 2" descr="Morocco - Colours &amp; Contrasts - So Morocco"/>
          <p:cNvPicPr/>
          <p:nvPr/>
        </p:nvPicPr>
        <p:blipFill rotWithShape="1">
          <a:blip r:embed="rId4"/>
          <a:stretch/>
        </p:blipFill>
        <p:spPr bwMode="auto">
          <a:xfrm>
            <a:off x="468000" y="3342960"/>
            <a:ext cx="1630440" cy="1603080"/>
          </a:xfrm>
          <a:prstGeom prst="rect">
            <a:avLst/>
          </a:prstGeom>
          <a:noFill/>
          <a:ln w="0">
            <a:noFill/>
          </a:ln>
        </p:spPr>
      </p:pic>
      <p:pic>
        <p:nvPicPr>
          <p:cNvPr id="1356515144" name="Picture 4" descr="Inauguration du TGV marocain: ce qu'il faut savoir sur ce méga projet  (Round up) - Médias24"/>
          <p:cNvPicPr/>
          <p:nvPr/>
        </p:nvPicPr>
        <p:blipFill rotWithShape="1">
          <a:blip r:embed="rId5"/>
          <a:srcRect l="29634" t="0" r="10979" b="0"/>
          <a:stretch/>
        </p:blipFill>
        <p:spPr bwMode="auto">
          <a:xfrm>
            <a:off x="2063520" y="1739160"/>
            <a:ext cx="1623600" cy="1623600"/>
          </a:xfrm>
          <a:prstGeom prst="rect">
            <a:avLst/>
          </a:prstGeom>
          <a:noFill/>
          <a:ln w="0">
            <a:noFill/>
          </a:ln>
        </p:spPr>
      </p:pic>
      <p:pic>
        <p:nvPicPr>
          <p:cNvPr id="1021395741" name="Picture 6" descr="Casablanca Finance City scelle un partenariat avec le Belgian Finance Center  | le360.ma"/>
          <p:cNvPicPr/>
          <p:nvPr/>
        </p:nvPicPr>
        <p:blipFill rotWithShape="1">
          <a:blip r:embed="rId6"/>
          <a:stretch/>
        </p:blipFill>
        <p:spPr bwMode="auto">
          <a:xfrm>
            <a:off x="5267520" y="1735560"/>
            <a:ext cx="1632240" cy="1610280"/>
          </a:xfrm>
          <a:prstGeom prst="rect">
            <a:avLst/>
          </a:prstGeom>
          <a:noFill/>
          <a:ln w="0">
            <a:noFill/>
          </a:ln>
        </p:spPr>
      </p:pic>
      <p:pic>
        <p:nvPicPr>
          <p:cNvPr id="574321401" name="Picture 10" descr="Bivouacs Maroc - Bivouac luxe Merzouga - voyage au désert"/>
          <p:cNvPicPr/>
          <p:nvPr/>
        </p:nvPicPr>
        <p:blipFill rotWithShape="1">
          <a:blip r:embed="rId7"/>
          <a:srcRect l="16292" t="0" r="16292" b="0"/>
          <a:stretch/>
        </p:blipFill>
        <p:spPr bwMode="auto">
          <a:xfrm>
            <a:off x="8491680" y="1735560"/>
            <a:ext cx="1692720" cy="1692720"/>
          </a:xfrm>
          <a:prstGeom prst="rect">
            <a:avLst/>
          </a:prstGeom>
          <a:noFill/>
          <a:ln w="0">
            <a:noFill/>
          </a:ln>
        </p:spPr>
      </p:pic>
      <p:pic>
        <p:nvPicPr>
          <p:cNvPr id="1441630154" name="Picture 12" descr="Dépaysement assuré dans les stations de ski du Maroc | KAYAK"/>
          <p:cNvPicPr/>
          <p:nvPr/>
        </p:nvPicPr>
        <p:blipFill rotWithShape="1">
          <a:blip r:embed="rId8"/>
          <a:srcRect l="15831" t="0" r="15831" b="0"/>
          <a:stretch/>
        </p:blipFill>
        <p:spPr bwMode="auto">
          <a:xfrm>
            <a:off x="3674519" y="3322800"/>
            <a:ext cx="1630440" cy="1623600"/>
          </a:xfrm>
          <a:prstGeom prst="rect">
            <a:avLst/>
          </a:prstGeom>
          <a:noFill/>
          <a:ln w="0">
            <a:noFill/>
          </a:ln>
        </p:spPr>
      </p:pic>
      <p:sp>
        <p:nvSpPr>
          <p:cNvPr id="913881051" name="Rectangle 3"/>
          <p:cNvSpPr/>
          <p:nvPr/>
        </p:nvSpPr>
        <p:spPr bwMode="auto">
          <a:xfrm rot="10800000">
            <a:off x="3684600" y="1739880"/>
            <a:ext cx="1603080" cy="16030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470479066" name="Rectangle 28"/>
          <p:cNvSpPr/>
          <p:nvPr/>
        </p:nvSpPr>
        <p:spPr bwMode="auto">
          <a:xfrm rot="10800000">
            <a:off x="2079360" y="3343680"/>
            <a:ext cx="1603080" cy="1603080"/>
          </a:xfrm>
          <a:prstGeom prst="rect">
            <a:avLst/>
          </a:prstGeom>
          <a:solidFill>
            <a:srgbClr val="137E4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758199438" name="Rectangle 14"/>
          <p:cNvSpPr/>
          <p:nvPr/>
        </p:nvSpPr>
        <p:spPr bwMode="auto">
          <a:xfrm rot="10800000">
            <a:off x="473760" y="1739880"/>
            <a:ext cx="1603080" cy="1603080"/>
          </a:xfrm>
          <a:prstGeom prst="rect">
            <a:avLst/>
          </a:prstGeom>
          <a:solidFill>
            <a:srgbClr val="255AA8"/>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542242561" name="Rectangle 16"/>
          <p:cNvSpPr/>
          <p:nvPr/>
        </p:nvSpPr>
        <p:spPr bwMode="auto">
          <a:xfrm rot="10800000">
            <a:off x="10107000" y="1739880"/>
            <a:ext cx="1603080" cy="16030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pic>
        <p:nvPicPr>
          <p:cNvPr id="1478684936" name="Picture 14" descr="GC7HJHT Sandstone in Koutoubia Mosque (Earthcache) in Morocco created by  happykiller"/>
          <p:cNvPicPr/>
          <p:nvPr/>
        </p:nvPicPr>
        <p:blipFill rotWithShape="1">
          <a:blip r:embed="rId9"/>
          <a:srcRect l="15077" t="0" r="15075" b="0"/>
          <a:stretch/>
        </p:blipFill>
        <p:spPr bwMode="auto">
          <a:xfrm>
            <a:off x="6889680" y="3313800"/>
            <a:ext cx="1632240" cy="1632240"/>
          </a:xfrm>
          <a:prstGeom prst="rect">
            <a:avLst/>
          </a:prstGeom>
          <a:noFill/>
          <a:ln w="0">
            <a:noFill/>
          </a:ln>
        </p:spPr>
      </p:pic>
      <p:sp>
        <p:nvSpPr>
          <p:cNvPr id="1562428911" name="Rectangle 9"/>
          <p:cNvSpPr/>
          <p:nvPr/>
        </p:nvSpPr>
        <p:spPr bwMode="auto">
          <a:xfrm rot="10800000">
            <a:off x="6895800" y="1739880"/>
            <a:ext cx="1603080" cy="1603080"/>
          </a:xfrm>
          <a:prstGeom prst="rect">
            <a:avLst/>
          </a:prstGeom>
          <a:solidFill>
            <a:srgbClr val="137E4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124042464" name="Rectangle 11"/>
          <p:cNvSpPr/>
          <p:nvPr/>
        </p:nvSpPr>
        <p:spPr bwMode="auto">
          <a:xfrm rot="10800000">
            <a:off x="8501400" y="3343680"/>
            <a:ext cx="1603080" cy="16030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722079789" name="Rectangle 5"/>
          <p:cNvSpPr/>
          <p:nvPr/>
        </p:nvSpPr>
        <p:spPr bwMode="auto">
          <a:xfrm rot="10800000">
            <a:off x="5290200" y="3343680"/>
            <a:ext cx="1603080" cy="1603080"/>
          </a:xfrm>
          <a:prstGeom prst="rect">
            <a:avLst/>
          </a:prstGeom>
          <a:solidFill>
            <a:srgbClr val="255AA8"/>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pic>
        <p:nvPicPr>
          <p:cNvPr id="433421458" name="Picture 11"/>
          <p:cNvPicPr/>
          <p:nvPr/>
        </p:nvPicPr>
        <p:blipFill rotWithShape="1">
          <a:blip r:embed="rId10"/>
          <a:stretch/>
        </p:blipFill>
        <p:spPr bwMode="auto">
          <a:xfrm>
            <a:off x="468000" y="5495039"/>
            <a:ext cx="1144080" cy="93060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563475542" name="Group 2"/>
          <p:cNvGrpSpPr/>
          <p:nvPr/>
        </p:nvGrpSpPr>
        <p:grpSpPr bwMode="auto">
          <a:xfrm>
            <a:off x="10341720" y="241560"/>
            <a:ext cx="1626480" cy="273240"/>
            <a:chOff x="10341720" y="241560"/>
            <a:chExt cx="1626480" cy="273240"/>
          </a:xfrm>
        </p:grpSpPr>
        <p:sp>
          <p:nvSpPr>
            <p:cNvPr id="151" name="Triangle 3"/>
            <p:cNvSpPr/>
            <p:nvPr/>
          </p:nvSpPr>
          <p:spPr bwMode="auto">
            <a:xfrm rot="5400000">
              <a:off x="10322640" y="260280"/>
              <a:ext cx="273240" cy="235440"/>
            </a:xfrm>
            <a:prstGeom prst="triangle">
              <a:avLst>
                <a:gd name="adj" fmla="val 5000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Arial"/>
              </a:endParaRPr>
            </a:p>
          </p:txBody>
        </p:sp>
        <p:sp>
          <p:nvSpPr>
            <p:cNvPr id="152" name="Triangle 6"/>
            <p:cNvSpPr/>
            <p:nvPr/>
          </p:nvSpPr>
          <p:spPr bwMode="auto">
            <a:xfrm rot="5400000">
              <a:off x="10554480" y="260280"/>
              <a:ext cx="273240" cy="23544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Arial"/>
              </a:endParaRPr>
            </a:p>
          </p:txBody>
        </p:sp>
        <p:sp>
          <p:nvSpPr>
            <p:cNvPr id="153" name="Triangle 7"/>
            <p:cNvSpPr/>
            <p:nvPr/>
          </p:nvSpPr>
          <p:spPr bwMode="auto">
            <a:xfrm rot="5400000">
              <a:off x="11018160" y="260280"/>
              <a:ext cx="273240" cy="23544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Arial"/>
              </a:endParaRPr>
            </a:p>
          </p:txBody>
        </p:sp>
        <p:sp>
          <p:nvSpPr>
            <p:cNvPr id="154" name="Triangle 8"/>
            <p:cNvSpPr/>
            <p:nvPr/>
          </p:nvSpPr>
          <p:spPr bwMode="auto">
            <a:xfrm rot="5400000">
              <a:off x="11713680" y="260280"/>
              <a:ext cx="273240" cy="23544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Arial"/>
              </a:endParaRPr>
            </a:p>
          </p:txBody>
        </p:sp>
      </p:grpSp>
      <p:grpSp>
        <p:nvGrpSpPr>
          <p:cNvPr id="1446236316" name="Group 20"/>
          <p:cNvGrpSpPr/>
          <p:nvPr/>
        </p:nvGrpSpPr>
        <p:grpSpPr bwMode="auto">
          <a:xfrm>
            <a:off x="2475360" y="361439"/>
            <a:ext cx="9246240" cy="6222240"/>
            <a:chOff x="2475360" y="361439"/>
            <a:chExt cx="9246240" cy="6222240"/>
          </a:xfrm>
        </p:grpSpPr>
        <p:cxnSp>
          <p:nvCxnSpPr>
            <p:cNvPr id="156" name="Straight Connector 9"/>
            <p:cNvCxnSpPr/>
            <p:nvPr/>
          </p:nvCxnSpPr>
          <p:spPr bwMode="auto">
            <a:xfrm>
              <a:off x="6538320" y="361439"/>
              <a:ext cx="720" cy="6222600"/>
            </a:xfrm>
            <a:prstGeom prst="straightConnector1">
              <a:avLst/>
            </a:prstGeom>
            <a:ln w="57150">
              <a:solidFill>
                <a:srgbClr val="E7E6E6"/>
              </a:solidFill>
              <a:round/>
            </a:ln>
          </p:spPr>
        </p:cxnSp>
        <p:cxnSp>
          <p:nvCxnSpPr>
            <p:cNvPr id="157" name="Straight Connector 12"/>
            <p:cNvCxnSpPr/>
            <p:nvPr/>
          </p:nvCxnSpPr>
          <p:spPr bwMode="auto">
            <a:xfrm flipH="1">
              <a:off x="6573600" y="4944240"/>
              <a:ext cx="741600" cy="720"/>
            </a:xfrm>
            <a:prstGeom prst="straightConnector1">
              <a:avLst/>
            </a:prstGeom>
            <a:ln w="57150">
              <a:solidFill>
                <a:srgbClr val="00B050"/>
              </a:solidFill>
              <a:round/>
            </a:ln>
          </p:spPr>
        </p:cxnSp>
        <p:cxnSp>
          <p:nvCxnSpPr>
            <p:cNvPr id="158" name="Straight Connector 13"/>
            <p:cNvCxnSpPr/>
            <p:nvPr/>
          </p:nvCxnSpPr>
          <p:spPr bwMode="auto">
            <a:xfrm flipH="1">
              <a:off x="5781240" y="4111920"/>
              <a:ext cx="741600" cy="720"/>
            </a:xfrm>
            <a:prstGeom prst="straightConnector1">
              <a:avLst/>
            </a:prstGeom>
            <a:ln w="57150">
              <a:solidFill>
                <a:srgbClr val="0070C0"/>
              </a:solidFill>
              <a:round/>
            </a:ln>
          </p:spPr>
        </p:cxnSp>
        <p:cxnSp>
          <p:nvCxnSpPr>
            <p:cNvPr id="159" name="Straight Connector 14"/>
            <p:cNvCxnSpPr/>
            <p:nvPr/>
          </p:nvCxnSpPr>
          <p:spPr bwMode="auto">
            <a:xfrm flipH="1">
              <a:off x="6528240" y="1013400"/>
              <a:ext cx="741240" cy="720"/>
            </a:xfrm>
            <a:prstGeom prst="straightConnector1">
              <a:avLst/>
            </a:prstGeom>
            <a:ln w="57150">
              <a:solidFill>
                <a:srgbClr val="FFC000"/>
              </a:solidFill>
              <a:round/>
            </a:ln>
          </p:spPr>
        </p:cxnSp>
        <p:cxnSp>
          <p:nvCxnSpPr>
            <p:cNvPr id="160" name="Straight Connector 16"/>
            <p:cNvCxnSpPr/>
            <p:nvPr/>
          </p:nvCxnSpPr>
          <p:spPr bwMode="auto">
            <a:xfrm flipH="1">
              <a:off x="5781240" y="1985759"/>
              <a:ext cx="741600" cy="720"/>
            </a:xfrm>
            <a:prstGeom prst="straightConnector1">
              <a:avLst/>
            </a:prstGeom>
            <a:ln w="57150">
              <a:solidFill>
                <a:srgbClr val="767171"/>
              </a:solidFill>
              <a:round/>
            </a:ln>
          </p:spPr>
        </p:cxnSp>
        <p:cxnSp>
          <p:nvCxnSpPr>
            <p:cNvPr id="161" name="Straight Connector 17"/>
            <p:cNvCxnSpPr/>
            <p:nvPr/>
          </p:nvCxnSpPr>
          <p:spPr bwMode="auto">
            <a:xfrm flipH="1">
              <a:off x="6573600" y="3079800"/>
              <a:ext cx="741600" cy="720"/>
            </a:xfrm>
            <a:prstGeom prst="straightConnector1">
              <a:avLst/>
            </a:prstGeom>
            <a:ln w="57150">
              <a:solidFill>
                <a:srgbClr val="FFC000"/>
              </a:solidFill>
              <a:round/>
            </a:ln>
          </p:spPr>
        </p:cxnSp>
        <p:sp>
          <p:nvSpPr>
            <p:cNvPr id="162" name="TextBox 21"/>
            <p:cNvSpPr/>
            <p:nvPr/>
          </p:nvSpPr>
          <p:spPr bwMode="auto">
            <a:xfrm>
              <a:off x="5968440" y="4663800"/>
              <a:ext cx="2797200" cy="5421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algn="r" defTabSz="914400">
                <a:lnSpc>
                  <a:spcPct val="100000"/>
                </a:lnSpc>
                <a:defRPr/>
              </a:pPr>
              <a:r>
                <a:rPr lang="fr-FR" sz="1400" b="0" u="none" strike="noStrike">
                  <a:solidFill>
                    <a:srgbClr val="137E4D"/>
                  </a:solidFill>
                  <a:latin typeface="Arial"/>
                  <a:ea typeface="Arial"/>
                </a:rPr>
                <a:t>FORMALITÉS </a:t>
              </a:r>
              <a:endParaRPr lang="en-US" sz="1400" b="0" u="none" strike="noStrike">
                <a:solidFill>
                  <a:srgbClr val="000000"/>
                </a:solidFill>
                <a:latin typeface="Arial"/>
              </a:endParaRPr>
            </a:p>
            <a:p>
              <a:pPr algn="r" defTabSz="914400">
                <a:lnSpc>
                  <a:spcPct val="100000"/>
                </a:lnSpc>
                <a:defRPr/>
              </a:pPr>
              <a:r>
                <a:rPr lang="fr-FR" sz="1400" b="0" u="none" strike="noStrike">
                  <a:solidFill>
                    <a:schemeClr val="dk1"/>
                  </a:solidFill>
                  <a:latin typeface="Arial"/>
                  <a:ea typeface="Arial"/>
                </a:rPr>
                <a:t>Carte d’identité</a:t>
              </a:r>
              <a:endParaRPr lang="en-US" sz="1400" b="0" u="none" strike="noStrike">
                <a:solidFill>
                  <a:srgbClr val="000000"/>
                </a:solidFill>
                <a:latin typeface="Arial"/>
              </a:endParaRPr>
            </a:p>
          </p:txBody>
        </p:sp>
        <p:sp>
          <p:nvSpPr>
            <p:cNvPr id="163" name="TextBox 24"/>
            <p:cNvSpPr/>
            <p:nvPr/>
          </p:nvSpPr>
          <p:spPr bwMode="auto">
            <a:xfrm>
              <a:off x="7266600" y="842040"/>
              <a:ext cx="2206800" cy="3070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400" b="0" u="none" strike="noStrike">
                  <a:solidFill>
                    <a:schemeClr val="accent4"/>
                  </a:solidFill>
                  <a:latin typeface="Arial"/>
                  <a:ea typeface="Arial"/>
                </a:rPr>
                <a:t>LANGUE</a:t>
              </a:r>
              <a:endParaRPr lang="en-US" sz="1400" b="0" u="none" strike="noStrike">
                <a:solidFill>
                  <a:srgbClr val="000000"/>
                </a:solidFill>
                <a:latin typeface="Arial"/>
              </a:endParaRPr>
            </a:p>
          </p:txBody>
        </p:sp>
        <p:sp>
          <p:nvSpPr>
            <p:cNvPr id="164" name="TextBox 26"/>
            <p:cNvSpPr/>
            <p:nvPr/>
          </p:nvSpPr>
          <p:spPr bwMode="auto">
            <a:xfrm>
              <a:off x="2475360" y="3804840"/>
              <a:ext cx="3142440" cy="3070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algn="r" defTabSz="914400">
                <a:lnSpc>
                  <a:spcPct val="100000"/>
                </a:lnSpc>
                <a:defRPr/>
              </a:pPr>
              <a:r>
                <a:rPr lang="fr-FR" sz="1400" b="0" u="none" strike="noStrike">
                  <a:solidFill>
                    <a:srgbClr val="255AA8"/>
                  </a:solidFill>
                  <a:latin typeface="Arial"/>
                  <a:ea typeface="Arial"/>
                </a:rPr>
                <a:t>CLIMAT</a:t>
              </a:r>
              <a:endParaRPr lang="en-US" sz="1400" b="0" u="none" strike="noStrike">
                <a:solidFill>
                  <a:srgbClr val="000000"/>
                </a:solidFill>
                <a:latin typeface="Arial"/>
              </a:endParaRPr>
            </a:p>
          </p:txBody>
        </p:sp>
        <p:sp>
          <p:nvSpPr>
            <p:cNvPr id="165" name="TextBox 30"/>
            <p:cNvSpPr/>
            <p:nvPr/>
          </p:nvSpPr>
          <p:spPr bwMode="auto">
            <a:xfrm>
              <a:off x="7380360" y="2828160"/>
              <a:ext cx="4341240" cy="3070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400" b="0" u="none" strike="noStrike">
                  <a:solidFill>
                    <a:schemeClr val="accent4"/>
                  </a:solidFill>
                  <a:latin typeface="Arial"/>
                  <a:ea typeface="Arial"/>
                </a:rPr>
                <a:t>VILLES </a:t>
              </a:r>
              <a:endParaRPr lang="en-US" sz="1400" b="0" u="none" strike="noStrike">
                <a:solidFill>
                  <a:srgbClr val="000000"/>
                </a:solidFill>
                <a:latin typeface="Arial"/>
              </a:endParaRPr>
            </a:p>
          </p:txBody>
        </p:sp>
        <p:sp>
          <p:nvSpPr>
            <p:cNvPr id="166" name="TextBox 32"/>
            <p:cNvSpPr/>
            <p:nvPr/>
          </p:nvSpPr>
          <p:spPr bwMode="auto">
            <a:xfrm>
              <a:off x="3938400" y="1752480"/>
              <a:ext cx="1672200" cy="3070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400" b="0" u="none" strike="noStrike">
                  <a:solidFill>
                    <a:schemeClr val="lt2">
                      <a:lumMod val="50000"/>
                    </a:schemeClr>
                  </a:solidFill>
                  <a:latin typeface="Arial"/>
                  <a:ea typeface="Arial"/>
                </a:rPr>
                <a:t>DURÉE ACTIVITÉ </a:t>
              </a:r>
              <a:endParaRPr lang="en-US" sz="1400" b="0" u="none" strike="noStrike">
                <a:solidFill>
                  <a:srgbClr val="000000"/>
                </a:solidFill>
                <a:latin typeface="Arial"/>
              </a:endParaRPr>
            </a:p>
          </p:txBody>
        </p:sp>
      </p:grpSp>
      <p:pic>
        <p:nvPicPr>
          <p:cNvPr id="825309711" name="Picture 33"/>
          <p:cNvPicPr/>
          <p:nvPr/>
        </p:nvPicPr>
        <p:blipFill rotWithShape="1">
          <a:blip r:embed="rId3">
            <a:extLst>
              <a:ext uri="{96DAC541-7B7A-43D3-8B79-37D633B846F1}">
                <asvg:svgBlip xmlns:asvg="http://schemas.microsoft.com/office/drawing/2016/SVG/main" r:embed="rId4"/>
              </a:ext>
            </a:extLst>
          </a:blip>
          <a:stretch/>
        </p:blipFill>
        <p:spPr bwMode="auto">
          <a:xfrm>
            <a:off x="9721800" y="4767840"/>
            <a:ext cx="806400" cy="1324800"/>
          </a:xfrm>
          <a:prstGeom prst="rect">
            <a:avLst/>
          </a:prstGeom>
          <a:noFill/>
          <a:ln w="0">
            <a:noFill/>
          </a:ln>
        </p:spPr>
      </p:pic>
      <p:sp>
        <p:nvSpPr>
          <p:cNvPr id="269068803" name="TextBox 37"/>
          <p:cNvSpPr/>
          <p:nvPr/>
        </p:nvSpPr>
        <p:spPr bwMode="auto">
          <a:xfrm>
            <a:off x="8091000" y="6183000"/>
            <a:ext cx="3921120" cy="5223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algn="ctr" defTabSz="914400">
              <a:lnSpc>
                <a:spcPct val="100000"/>
              </a:lnSpc>
              <a:defRPr/>
            </a:pPr>
            <a:r>
              <a:rPr lang="fr-FR" sz="1400" b="0" u="none" strike="noStrike">
                <a:solidFill>
                  <a:schemeClr val="dk1"/>
                </a:solidFill>
                <a:latin typeface="Arial"/>
                <a:ea typeface="Arial"/>
              </a:rPr>
              <a:t>{{destination}}</a:t>
            </a:r>
            <a:endParaRPr lang="en-US" sz="1400" b="0" u="none" strike="noStrike">
              <a:solidFill>
                <a:srgbClr val="000000"/>
              </a:solidFill>
              <a:latin typeface="Arial"/>
            </a:endParaRPr>
          </a:p>
          <a:p>
            <a:pPr algn="ctr" defTabSz="914400">
              <a:lnSpc>
                <a:spcPct val="100000"/>
              </a:lnSpc>
              <a:defRPr/>
            </a:pPr>
            <a:endParaRPr lang="en-US" sz="1400" b="0" u="none" strike="noStrike">
              <a:solidFill>
                <a:srgbClr val="000000"/>
              </a:solidFill>
              <a:latin typeface="Arial"/>
            </a:endParaRPr>
          </a:p>
        </p:txBody>
      </p:sp>
      <p:pic>
        <p:nvPicPr>
          <p:cNvPr id="90033688" name="Picture 44"/>
          <p:cNvPicPr/>
          <p:nvPr/>
        </p:nvPicPr>
        <p:blipFill rotWithShape="1">
          <a:blip r:embed="rId5"/>
          <a:stretch/>
        </p:blipFill>
        <p:spPr bwMode="auto">
          <a:xfrm>
            <a:off x="198000" y="5749560"/>
            <a:ext cx="1064880" cy="866160"/>
          </a:xfrm>
          <a:prstGeom prst="rect">
            <a:avLst/>
          </a:prstGeom>
          <a:noFill/>
          <a:ln w="0">
            <a:noFill/>
          </a:ln>
        </p:spPr>
      </p:pic>
      <p:sp>
        <p:nvSpPr>
          <p:cNvPr id="1742140949" name="TextBox 5"/>
          <p:cNvSpPr/>
          <p:nvPr/>
        </p:nvSpPr>
        <p:spPr bwMode="auto">
          <a:xfrm>
            <a:off x="198000" y="241560"/>
            <a:ext cx="5000760" cy="9532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2800" b="1" u="none" strike="noStrike">
                <a:solidFill>
                  <a:schemeClr val="accent4"/>
                </a:solidFill>
                <a:latin typeface="Arial"/>
                <a:ea typeface="GulimChe"/>
              </a:rPr>
              <a:t>CARNET D’INFORMATIONS </a:t>
            </a:r>
            <a:r>
              <a:rPr lang="fr-FR" sz="2800" b="0" u="none" strike="noStrike">
                <a:solidFill>
                  <a:schemeClr val="dk1">
                    <a:lumMod val="85000"/>
                    <a:lumOff val="15000"/>
                  </a:schemeClr>
                </a:solidFill>
                <a:latin typeface="Arial"/>
                <a:ea typeface="GulimChe"/>
              </a:rPr>
              <a:t>PRATIQUES</a:t>
            </a:r>
            <a:endParaRPr lang="en-US" sz="2800" b="0" u="none" strike="noStrike">
              <a:solidFill>
                <a:srgbClr val="000000"/>
              </a:solidFill>
              <a:latin typeface="Arial"/>
            </a:endParaRPr>
          </a:p>
        </p:txBody>
      </p:sp>
      <p:sp>
        <p:nvSpPr>
          <p:cNvPr id="671748644" name="Rectangle 10"/>
          <p:cNvSpPr/>
          <p:nvPr/>
        </p:nvSpPr>
        <p:spPr bwMode="auto">
          <a:xfrm>
            <a:off x="301320" y="124164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cxnSp>
        <p:nvCxnSpPr>
          <p:cNvPr id="679497351" name="Straight Connector 15"/>
          <p:cNvCxnSpPr/>
          <p:nvPr/>
        </p:nvCxnSpPr>
        <p:spPr bwMode="auto">
          <a:xfrm>
            <a:off x="301320" y="195120"/>
            <a:ext cx="3785760" cy="720"/>
          </a:xfrm>
          <a:prstGeom prst="straightConnector1">
            <a:avLst/>
          </a:prstGeom>
          <a:ln w="0">
            <a:solidFill>
              <a:srgbClr val="000000"/>
            </a:solidFill>
          </a:ln>
        </p:spPr>
      </p:cxnSp>
      <p:sp>
        <p:nvSpPr>
          <p:cNvPr id="779284570" name="TextBox 4"/>
          <p:cNvSpPr/>
          <p:nvPr/>
        </p:nvSpPr>
        <p:spPr bwMode="auto">
          <a:xfrm>
            <a:off x="7302960" y="3161160"/>
            <a:ext cx="1456560" cy="307080"/>
          </a:xfrm>
          <a:prstGeom prst="rect">
            <a:avLst/>
          </a:prstGeom>
          <a:noFill/>
          <a:ln w="0">
            <a:noFill/>
          </a:ln>
        </p:spPr>
        <p:style>
          <a:lnRef idx="0">
            <a:srgbClr val="000000"/>
          </a:lnRef>
          <a:fillRef idx="0">
            <a:srgbClr val="000000"/>
          </a:fillRef>
          <a:effectRef idx="0">
            <a:srgbClr val="000000"/>
          </a:effectRef>
          <a:fontRef idx="minor"/>
        </p:style>
        <p:txBody>
          <a:bodyPr horzOverflow="overflow" lIns="90000" tIns="45000" rIns="90000" bIns="45000" numCol="1" spcCol="0" anchor="t">
            <a:spAutoFit/>
          </a:bodyPr>
          <a:lstStyle/>
          <a:p>
            <a:pPr defTabSz="914400">
              <a:lnSpc>
                <a:spcPct val="100000"/>
              </a:lnSpc>
              <a:defRPr/>
            </a:pPr>
            <a:r>
              <a:rPr lang="fr-FR" sz="1400" b="0" u="none" strike="noStrike">
                <a:solidFill>
                  <a:schemeClr val="dk1"/>
                </a:solidFill>
                <a:latin typeface="Arial"/>
                <a:ea typeface="Arial"/>
              </a:rPr>
              <a:t>{{destination}}</a:t>
            </a:r>
            <a:endParaRPr lang="en-US" sz="1400" b="0" u="none" strike="noStrike">
              <a:solidFill>
                <a:srgbClr val="000000"/>
              </a:solidFill>
              <a:latin typeface="Arial"/>
            </a:endParaRPr>
          </a:p>
        </p:txBody>
      </p:sp>
      <p:sp>
        <p:nvSpPr>
          <p:cNvPr id="1185171147" name="TextBox 11"/>
          <p:cNvSpPr/>
          <p:nvPr/>
        </p:nvSpPr>
        <p:spPr bwMode="auto">
          <a:xfrm>
            <a:off x="7302960" y="1110960"/>
            <a:ext cx="1456560" cy="307080"/>
          </a:xfrm>
          <a:prstGeom prst="rect">
            <a:avLst/>
          </a:prstGeom>
          <a:noFill/>
          <a:ln w="0">
            <a:noFill/>
          </a:ln>
        </p:spPr>
        <p:style>
          <a:lnRef idx="0">
            <a:srgbClr val="000000"/>
          </a:lnRef>
          <a:fillRef idx="0">
            <a:srgbClr val="000000"/>
          </a:fillRef>
          <a:effectRef idx="0">
            <a:srgbClr val="000000"/>
          </a:effectRef>
          <a:fontRef idx="minor"/>
        </p:style>
        <p:txBody>
          <a:bodyPr horzOverflow="overflow" lIns="90000" tIns="45000" rIns="90000" bIns="45000" numCol="1" spcCol="0" anchor="t">
            <a:spAutoFit/>
          </a:bodyPr>
          <a:lstStyle/>
          <a:p>
            <a:pPr defTabSz="914400">
              <a:lnSpc>
                <a:spcPct val="100000"/>
              </a:lnSpc>
              <a:defRPr/>
            </a:pPr>
            <a:r>
              <a:rPr lang="fr-FR" sz="1400" b="0" u="none" strike="noStrike">
                <a:solidFill>
                  <a:schemeClr val="dk1"/>
                </a:solidFill>
                <a:latin typeface="Arial"/>
                <a:ea typeface="Arial"/>
              </a:rPr>
              <a:t>{{lang}}</a:t>
            </a:r>
            <a:endParaRPr lang="en-US" sz="1400" b="0" u="none" strike="noStrike">
              <a:solidFill>
                <a:srgbClr val="000000"/>
              </a:solidFill>
              <a:latin typeface="Arial"/>
            </a:endParaRPr>
          </a:p>
        </p:txBody>
      </p:sp>
      <p:sp>
        <p:nvSpPr>
          <p:cNvPr id="195822060" name="TextBox 18"/>
          <p:cNvSpPr/>
          <p:nvPr/>
        </p:nvSpPr>
        <p:spPr bwMode="auto">
          <a:xfrm>
            <a:off x="3957120" y="4027320"/>
            <a:ext cx="2135160" cy="738000"/>
          </a:xfrm>
          <a:prstGeom prst="rect">
            <a:avLst/>
          </a:prstGeom>
          <a:noFill/>
          <a:ln w="0">
            <a:noFill/>
          </a:ln>
        </p:spPr>
        <p:style>
          <a:lnRef idx="0">
            <a:srgbClr val="000000"/>
          </a:lnRef>
          <a:fillRef idx="0">
            <a:srgbClr val="000000"/>
          </a:fillRef>
          <a:effectRef idx="0">
            <a:srgbClr val="000000"/>
          </a:effectRef>
          <a:fontRef idx="minor"/>
        </p:style>
        <p:txBody>
          <a:bodyPr horzOverflow="overflow" lIns="90000" tIns="45000" rIns="90000" bIns="45000" numCol="1" spcCol="0" anchor="t">
            <a:spAutoFit/>
          </a:bodyPr>
          <a:lstStyle/>
          <a:p>
            <a:pPr defTabSz="914400">
              <a:lnSpc>
                <a:spcPct val="100000"/>
              </a:lnSpc>
              <a:defRPr/>
            </a:pPr>
            <a:r>
              <a:rPr lang="fr-FR" sz="1400" b="0" u="none" strike="noStrike">
                <a:solidFill>
                  <a:schemeClr val="dk1"/>
                </a:solidFill>
                <a:latin typeface="Arial"/>
                <a:ea typeface="Arial"/>
              </a:rPr>
              <a:t>{{temperature_date}}</a:t>
            </a:r>
            <a:endParaRPr lang="en-US" sz="1400" b="0" u="none" strike="noStrike">
              <a:solidFill>
                <a:srgbClr val="000000"/>
              </a:solidFill>
              <a:latin typeface="Arial"/>
            </a:endParaRPr>
          </a:p>
          <a:p>
            <a:pPr defTabSz="914400">
              <a:lnSpc>
                <a:spcPct val="100000"/>
              </a:lnSpc>
              <a:defRPr/>
            </a:pPr>
            <a:r>
              <a:rPr lang="fr-FR" sz="1400" b="0" u="none" strike="noStrike">
                <a:solidFill>
                  <a:schemeClr val="dk1"/>
                </a:solidFill>
                <a:latin typeface="Arial"/>
                <a:ea typeface="Arial"/>
              </a:rPr>
              <a:t>({{destination}})</a:t>
            </a:r>
            <a:endParaRPr lang="en-US" sz="1400" b="0" u="none" strike="noStrike">
              <a:solidFill>
                <a:srgbClr val="000000"/>
              </a:solidFill>
              <a:latin typeface="Arial"/>
            </a:endParaRPr>
          </a:p>
          <a:p>
            <a:pPr defTabSz="914400">
              <a:lnSpc>
                <a:spcPct val="100000"/>
              </a:lnSpc>
              <a:defRPr/>
            </a:pPr>
            <a:endParaRPr lang="en-US" sz="1400" b="0" u="none" strike="noStrike">
              <a:solidFill>
                <a:srgbClr val="000000"/>
              </a:solidFill>
              <a:latin typeface="Arial"/>
            </a:endParaRPr>
          </a:p>
        </p:txBody>
      </p:sp>
      <p:sp>
        <p:nvSpPr>
          <p:cNvPr id="1535375244" name="TextBox 22"/>
          <p:cNvSpPr/>
          <p:nvPr/>
        </p:nvSpPr>
        <p:spPr bwMode="auto">
          <a:xfrm>
            <a:off x="3955320" y="2050560"/>
            <a:ext cx="1031400" cy="307080"/>
          </a:xfrm>
          <a:prstGeom prst="rect">
            <a:avLst/>
          </a:prstGeom>
          <a:noFill/>
          <a:ln w="0">
            <a:noFill/>
          </a:ln>
        </p:spPr>
        <p:style>
          <a:lnRef idx="0">
            <a:srgbClr val="000000"/>
          </a:lnRef>
          <a:fillRef idx="0">
            <a:srgbClr val="000000"/>
          </a:fillRef>
          <a:effectRef idx="0">
            <a:srgbClr val="000000"/>
          </a:effectRef>
          <a:fontRef idx="minor"/>
        </p:style>
        <p:txBody>
          <a:bodyPr horzOverflow="overflow" lIns="90000" tIns="45000" rIns="90000" bIns="45000" numCol="1" spcCol="0" anchor="t">
            <a:spAutoFit/>
          </a:bodyPr>
          <a:lstStyle/>
          <a:p>
            <a:pPr defTabSz="914400">
              <a:lnSpc>
                <a:spcPct val="100000"/>
              </a:lnSpc>
              <a:defRPr/>
            </a:pPr>
            <a:r>
              <a:rPr lang="fr-FR" sz="1400" b="0" u="none" strike="noStrike">
                <a:solidFill>
                  <a:srgbClr val="000000"/>
                </a:solidFill>
                <a:latin typeface="Arial"/>
                <a:ea typeface="Arial"/>
              </a:rPr>
              <a:t>{{duree}}​</a:t>
            </a:r>
            <a:endParaRPr lang="en-US" sz="14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02770009" name="Picture 80"/>
          <p:cNvPicPr/>
          <p:nvPr/>
        </p:nvPicPr>
        <p:blipFill rotWithShape="1">
          <a:blip r:embed="rId3"/>
          <a:stretch/>
        </p:blipFill>
        <p:spPr bwMode="auto">
          <a:xfrm>
            <a:off x="3992760" y="5647680"/>
            <a:ext cx="1144080" cy="930600"/>
          </a:xfrm>
          <a:prstGeom prst="rect">
            <a:avLst/>
          </a:prstGeom>
          <a:noFill/>
          <a:ln w="0">
            <a:noFill/>
          </a:ln>
        </p:spPr>
      </p:pic>
      <p:grpSp>
        <p:nvGrpSpPr>
          <p:cNvPr id="2028932112" name="Group 81"/>
          <p:cNvGrpSpPr/>
          <p:nvPr/>
        </p:nvGrpSpPr>
        <p:grpSpPr bwMode="auto">
          <a:xfrm>
            <a:off x="10222200" y="6290280"/>
            <a:ext cx="1694160" cy="284760"/>
            <a:chOff x="10222200" y="6290280"/>
            <a:chExt cx="1694160" cy="284760"/>
          </a:xfrm>
        </p:grpSpPr>
        <p:sp>
          <p:nvSpPr>
            <p:cNvPr id="179" name="Triangle 82"/>
            <p:cNvSpPr/>
            <p:nvPr/>
          </p:nvSpPr>
          <p:spPr bwMode="auto">
            <a:xfrm rot="5400000">
              <a:off x="10202400" y="6309720"/>
              <a:ext cx="284760" cy="24552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80" name="Triangle 83"/>
            <p:cNvSpPr/>
            <p:nvPr/>
          </p:nvSpPr>
          <p:spPr bwMode="auto">
            <a:xfrm rot="5400000">
              <a:off x="10443960" y="6309720"/>
              <a:ext cx="284760" cy="24552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81" name="Triangle 84"/>
            <p:cNvSpPr/>
            <p:nvPr/>
          </p:nvSpPr>
          <p:spPr bwMode="auto">
            <a:xfrm rot="5400000">
              <a:off x="10926720" y="6309720"/>
              <a:ext cx="284760" cy="24552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82" name="Triangle 85"/>
            <p:cNvSpPr/>
            <p:nvPr/>
          </p:nvSpPr>
          <p:spPr bwMode="auto">
            <a:xfrm rot="5400000">
              <a:off x="11651040" y="6309720"/>
              <a:ext cx="284760" cy="24552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sp>
        <p:nvSpPr>
          <p:cNvPr id="648181754" name="TextBox 30"/>
          <p:cNvSpPr/>
          <p:nvPr/>
        </p:nvSpPr>
        <p:spPr bwMode="auto">
          <a:xfrm>
            <a:off x="178560" y="342000"/>
            <a:ext cx="5502240" cy="9532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2800" b="1" u="none" strike="noStrike">
                <a:solidFill>
                  <a:schemeClr val="accent4"/>
                </a:solidFill>
                <a:latin typeface="Arial"/>
                <a:ea typeface="GulimChe"/>
              </a:rPr>
              <a:t>DESTINATION</a:t>
            </a:r>
            <a:endParaRPr lang="en-US" sz="2800" b="0" u="none" strike="noStrike">
              <a:solidFill>
                <a:srgbClr val="000000"/>
              </a:solidFill>
              <a:latin typeface="Arial"/>
            </a:endParaRPr>
          </a:p>
          <a:p>
            <a:pPr defTabSz="914400">
              <a:lnSpc>
                <a:spcPct val="100000"/>
              </a:lnSpc>
              <a:defRPr/>
            </a:pPr>
            <a:r>
              <a:rPr lang="fr-FR" sz="2800" b="1" u="none" strike="noStrike">
                <a:solidFill>
                  <a:schemeClr val="dk1">
                    <a:lumMod val="85000"/>
                    <a:lumOff val="15000"/>
                  </a:schemeClr>
                </a:solidFill>
                <a:latin typeface="Arial"/>
                <a:ea typeface="GulimChe"/>
              </a:rPr>
              <a:t>CASABLANCA</a:t>
            </a:r>
            <a:endParaRPr lang="en-US" sz="2800" b="0" u="none" strike="noStrike">
              <a:solidFill>
                <a:srgbClr val="000000"/>
              </a:solidFill>
              <a:latin typeface="Arial"/>
            </a:endParaRPr>
          </a:p>
        </p:txBody>
      </p:sp>
      <p:sp>
        <p:nvSpPr>
          <p:cNvPr id="1550717533" name="Rectangle 38"/>
          <p:cNvSpPr/>
          <p:nvPr/>
        </p:nvSpPr>
        <p:spPr bwMode="auto">
          <a:xfrm>
            <a:off x="281880" y="129600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cxnSp>
        <p:nvCxnSpPr>
          <p:cNvPr id="647973186" name="Straight Connector 39"/>
          <p:cNvCxnSpPr/>
          <p:nvPr/>
        </p:nvCxnSpPr>
        <p:spPr bwMode="auto">
          <a:xfrm>
            <a:off x="281880" y="295560"/>
            <a:ext cx="3785760" cy="720"/>
          </a:xfrm>
          <a:prstGeom prst="straightConnector1">
            <a:avLst/>
          </a:prstGeom>
          <a:ln w="0">
            <a:solidFill>
              <a:srgbClr val="000000"/>
            </a:solidFill>
          </a:ln>
        </p:spPr>
      </p:cxnSp>
      <p:pic>
        <p:nvPicPr>
          <p:cNvPr id="1677218218" name="Picture 12"/>
          <p:cNvPicPr/>
          <p:nvPr/>
        </p:nvPicPr>
        <p:blipFill rotWithShape="1">
          <a:blip r:embed="rId4"/>
          <a:stretch/>
        </p:blipFill>
        <p:spPr bwMode="auto">
          <a:xfrm>
            <a:off x="5743800" y="129960"/>
            <a:ext cx="1023840" cy="1681920"/>
          </a:xfrm>
          <a:prstGeom prst="rect">
            <a:avLst/>
          </a:prstGeom>
          <a:noFill/>
          <a:ln w="0">
            <a:noFill/>
          </a:ln>
        </p:spPr>
      </p:pic>
      <p:sp>
        <p:nvSpPr>
          <p:cNvPr id="2121758478" name="ZoneTexte 8"/>
          <p:cNvSpPr/>
          <p:nvPr/>
        </p:nvSpPr>
        <p:spPr bwMode="auto">
          <a:xfrm>
            <a:off x="277920" y="2519640"/>
            <a:ext cx="3895200" cy="276120"/>
          </a:xfrm>
          <a:prstGeom prst="rect">
            <a:avLst/>
          </a:prstGeom>
          <a:noFill/>
          <a:ln w="9525">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200" b="0" u="none" strike="noStrike">
                <a:solidFill>
                  <a:schemeClr val="dk1"/>
                </a:solidFill>
                <a:latin typeface="Calibri"/>
                <a:ea typeface="Arial"/>
              </a:rPr>
              <a:t>De Aéroport</a:t>
            </a:r>
            <a:r>
              <a:rPr lang="fr-FR" sz="1200" b="0" u="none" strike="noStrike">
                <a:solidFill>
                  <a:schemeClr val="dk1">
                    <a:lumMod val="85000"/>
                    <a:lumOff val="15000"/>
                  </a:schemeClr>
                </a:solidFill>
                <a:latin typeface="Arial"/>
                <a:ea typeface="GulimChe"/>
              </a:rPr>
              <a:t> Ibn Battuta au centre ville Tanger.</a:t>
            </a:r>
            <a:endParaRPr lang="en-US" sz="1200" b="0" u="none" strike="noStrike">
              <a:solidFill>
                <a:srgbClr val="000000"/>
              </a:solidFill>
              <a:latin typeface="Arial"/>
            </a:endParaRPr>
          </a:p>
        </p:txBody>
      </p:sp>
      <p:sp>
        <p:nvSpPr>
          <p:cNvPr id="53459582" name="TextBox 48"/>
          <p:cNvSpPr/>
          <p:nvPr/>
        </p:nvSpPr>
        <p:spPr bwMode="auto">
          <a:xfrm>
            <a:off x="277920" y="2224800"/>
            <a:ext cx="1226880" cy="3686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1" u="none" strike="noStrike">
                <a:solidFill>
                  <a:schemeClr val="lt2">
                    <a:lumMod val="90000"/>
                  </a:schemeClr>
                </a:solidFill>
                <a:latin typeface="Arial"/>
                <a:ea typeface="GulimChe"/>
              </a:rPr>
              <a:t>14 km</a:t>
            </a:r>
            <a:endParaRPr lang="en-US" sz="1800" b="0" u="none" strike="noStrike">
              <a:solidFill>
                <a:srgbClr val="000000"/>
              </a:solidFill>
              <a:latin typeface="Arial"/>
            </a:endParaRPr>
          </a:p>
        </p:txBody>
      </p:sp>
      <p:sp>
        <p:nvSpPr>
          <p:cNvPr id="1202010086" name="ZoneTexte 8"/>
          <p:cNvSpPr/>
          <p:nvPr/>
        </p:nvSpPr>
        <p:spPr bwMode="auto">
          <a:xfrm>
            <a:off x="277920" y="3254040"/>
            <a:ext cx="4374000" cy="276120"/>
          </a:xfrm>
          <a:prstGeom prst="rect">
            <a:avLst/>
          </a:prstGeom>
          <a:noFill/>
          <a:ln w="9525">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200" b="0" u="none" strike="noStrike">
                <a:solidFill>
                  <a:schemeClr val="dk1"/>
                </a:solidFill>
                <a:latin typeface="Calibri"/>
                <a:ea typeface="Arial"/>
              </a:rPr>
              <a:t>De Aéroport</a:t>
            </a:r>
            <a:r>
              <a:rPr lang="fr-FR" sz="1200" b="0" u="none" strike="noStrike">
                <a:solidFill>
                  <a:schemeClr val="dk1">
                    <a:lumMod val="85000"/>
                    <a:lumOff val="15000"/>
                  </a:schemeClr>
                </a:solidFill>
                <a:latin typeface="Arial"/>
                <a:ea typeface="GulimChe"/>
              </a:rPr>
              <a:t> Mohamed V au centre ville Casablanca.</a:t>
            </a:r>
            <a:endParaRPr lang="en-US" sz="1200" b="0" u="none" strike="noStrike">
              <a:solidFill>
                <a:srgbClr val="000000"/>
              </a:solidFill>
              <a:latin typeface="Arial"/>
            </a:endParaRPr>
          </a:p>
        </p:txBody>
      </p:sp>
      <p:sp>
        <p:nvSpPr>
          <p:cNvPr id="187249706" name="TextBox 51"/>
          <p:cNvSpPr/>
          <p:nvPr/>
        </p:nvSpPr>
        <p:spPr bwMode="auto">
          <a:xfrm>
            <a:off x="277920" y="2961360"/>
            <a:ext cx="1226880" cy="3686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1" u="none" strike="noStrike">
                <a:solidFill>
                  <a:schemeClr val="lt2">
                    <a:lumMod val="90000"/>
                  </a:schemeClr>
                </a:solidFill>
                <a:latin typeface="Arial"/>
                <a:ea typeface="GulimChe"/>
              </a:rPr>
              <a:t>30 km</a:t>
            </a:r>
            <a:endParaRPr lang="en-US" sz="1800" b="0" u="none" strike="noStrike">
              <a:solidFill>
                <a:srgbClr val="000000"/>
              </a:solidFill>
              <a:latin typeface="Arial"/>
            </a:endParaRPr>
          </a:p>
        </p:txBody>
      </p:sp>
      <p:sp>
        <p:nvSpPr>
          <p:cNvPr id="1019752416" name="ZoneTexte 8"/>
          <p:cNvSpPr/>
          <p:nvPr/>
        </p:nvSpPr>
        <p:spPr bwMode="auto">
          <a:xfrm>
            <a:off x="277920" y="4056480"/>
            <a:ext cx="3895200" cy="276120"/>
          </a:xfrm>
          <a:prstGeom prst="rect">
            <a:avLst/>
          </a:prstGeom>
          <a:noFill/>
          <a:ln w="9525">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200" b="0" u="none" strike="noStrike">
                <a:solidFill>
                  <a:schemeClr val="dk1"/>
                </a:solidFill>
                <a:latin typeface="Calibri"/>
                <a:ea typeface="Arial"/>
              </a:rPr>
              <a:t>De Aéroport</a:t>
            </a:r>
            <a:r>
              <a:rPr lang="fr-FR" sz="1200" b="0" u="none" strike="noStrike">
                <a:solidFill>
                  <a:schemeClr val="dk1">
                    <a:lumMod val="85000"/>
                    <a:lumOff val="15000"/>
                  </a:schemeClr>
                </a:solidFill>
                <a:latin typeface="Arial"/>
                <a:ea typeface="GulimChe"/>
              </a:rPr>
              <a:t> Menara au centre ville Marrakech.</a:t>
            </a:r>
            <a:endParaRPr lang="en-US" sz="1200" b="0" u="none" strike="noStrike">
              <a:solidFill>
                <a:srgbClr val="000000"/>
              </a:solidFill>
              <a:latin typeface="Arial"/>
            </a:endParaRPr>
          </a:p>
        </p:txBody>
      </p:sp>
      <p:sp>
        <p:nvSpPr>
          <p:cNvPr id="1675416291" name="TextBox 54"/>
          <p:cNvSpPr/>
          <p:nvPr/>
        </p:nvSpPr>
        <p:spPr bwMode="auto">
          <a:xfrm>
            <a:off x="277920" y="3759840"/>
            <a:ext cx="1226880" cy="3686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1" u="none" strike="noStrike">
                <a:solidFill>
                  <a:schemeClr val="lt2">
                    <a:lumMod val="90000"/>
                  </a:schemeClr>
                </a:solidFill>
                <a:latin typeface="Arial"/>
                <a:ea typeface="GulimChe"/>
              </a:rPr>
              <a:t>1 km</a:t>
            </a:r>
            <a:endParaRPr lang="en-US" sz="1800" b="0" u="none" strike="noStrike">
              <a:solidFill>
                <a:srgbClr val="000000"/>
              </a:solidFill>
              <a:latin typeface="Arial"/>
            </a:endParaRPr>
          </a:p>
        </p:txBody>
      </p:sp>
      <p:sp>
        <p:nvSpPr>
          <p:cNvPr id="81225846" name="ZoneTexte 8"/>
          <p:cNvSpPr/>
          <p:nvPr/>
        </p:nvSpPr>
        <p:spPr bwMode="auto">
          <a:xfrm>
            <a:off x="277920" y="4761720"/>
            <a:ext cx="3895200" cy="276120"/>
          </a:xfrm>
          <a:prstGeom prst="rect">
            <a:avLst/>
          </a:prstGeom>
          <a:noFill/>
          <a:ln w="9525">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200" b="0" u="none" strike="noStrike">
                <a:solidFill>
                  <a:schemeClr val="dk1"/>
                </a:solidFill>
                <a:latin typeface="Arial"/>
                <a:ea typeface="Arial"/>
              </a:rPr>
              <a:t>De l’aéroport de Saïss au centre ville Fès.</a:t>
            </a:r>
            <a:endParaRPr lang="en-US" sz="1200" b="0" u="none" strike="noStrike">
              <a:solidFill>
                <a:srgbClr val="000000"/>
              </a:solidFill>
              <a:latin typeface="Arial"/>
            </a:endParaRPr>
          </a:p>
        </p:txBody>
      </p:sp>
      <p:sp>
        <p:nvSpPr>
          <p:cNvPr id="580389048" name="TextBox 43"/>
          <p:cNvSpPr/>
          <p:nvPr/>
        </p:nvSpPr>
        <p:spPr bwMode="auto">
          <a:xfrm>
            <a:off x="277920" y="4472280"/>
            <a:ext cx="1226880" cy="3686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1" u="none" strike="noStrike">
                <a:solidFill>
                  <a:schemeClr val="lt2">
                    <a:lumMod val="90000"/>
                  </a:schemeClr>
                </a:solidFill>
                <a:latin typeface="Arial"/>
                <a:ea typeface="GulimChe"/>
              </a:rPr>
              <a:t>15 km</a:t>
            </a:r>
            <a:endParaRPr lang="en-US" sz="1800" b="0" u="none" strike="noStrike">
              <a:solidFill>
                <a:srgbClr val="000000"/>
              </a:solidFill>
              <a:latin typeface="Arial"/>
            </a:endParaRPr>
          </a:p>
        </p:txBody>
      </p:sp>
      <p:sp>
        <p:nvSpPr>
          <p:cNvPr id="1755764544" name="ZoneTexte 8"/>
          <p:cNvSpPr/>
          <p:nvPr/>
        </p:nvSpPr>
        <p:spPr bwMode="auto">
          <a:xfrm>
            <a:off x="277920" y="5494320"/>
            <a:ext cx="4380480" cy="276120"/>
          </a:xfrm>
          <a:prstGeom prst="rect">
            <a:avLst/>
          </a:prstGeom>
          <a:noFill/>
          <a:ln w="9525">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200" b="0" u="none" strike="noStrike">
                <a:solidFill>
                  <a:schemeClr val="dk1"/>
                </a:solidFill>
                <a:latin typeface="Arial"/>
                <a:ea typeface="Arial"/>
              </a:rPr>
              <a:t>De l’aéroport Agadir Al-Massira au centre ville.</a:t>
            </a:r>
            <a:endParaRPr lang="en-US" sz="1200" b="0" u="none" strike="noStrike">
              <a:solidFill>
                <a:srgbClr val="000000"/>
              </a:solidFill>
              <a:latin typeface="Arial"/>
            </a:endParaRPr>
          </a:p>
        </p:txBody>
      </p:sp>
      <p:sp>
        <p:nvSpPr>
          <p:cNvPr id="103594060" name="TextBox 55"/>
          <p:cNvSpPr/>
          <p:nvPr/>
        </p:nvSpPr>
        <p:spPr bwMode="auto">
          <a:xfrm>
            <a:off x="277920" y="5184360"/>
            <a:ext cx="1226880" cy="3686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1" u="none" strike="noStrike">
                <a:solidFill>
                  <a:schemeClr val="lt2">
                    <a:lumMod val="90000"/>
                  </a:schemeClr>
                </a:solidFill>
                <a:latin typeface="Arial"/>
                <a:ea typeface="GulimChe"/>
              </a:rPr>
              <a:t>25 km</a:t>
            </a:r>
            <a:endParaRPr lang="en-US" sz="1800" b="0" u="none" strike="noStrike">
              <a:solidFill>
                <a:srgbClr val="000000"/>
              </a:solidFill>
              <a:latin typeface="Arial"/>
            </a:endParaRPr>
          </a:p>
        </p:txBody>
      </p:sp>
      <p:sp>
        <p:nvSpPr>
          <p:cNvPr id="110248958" name="ZoneTexte 8"/>
          <p:cNvSpPr/>
          <p:nvPr/>
        </p:nvSpPr>
        <p:spPr bwMode="auto">
          <a:xfrm>
            <a:off x="277920" y="6203520"/>
            <a:ext cx="3895200" cy="276120"/>
          </a:xfrm>
          <a:prstGeom prst="rect">
            <a:avLst/>
          </a:prstGeom>
          <a:noFill/>
          <a:ln w="9525">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200" b="0" u="none" strike="noStrike">
                <a:solidFill>
                  <a:schemeClr val="dk1"/>
                </a:solidFill>
                <a:latin typeface="Arial"/>
                <a:ea typeface="Arial"/>
              </a:rPr>
              <a:t>De l’aéroport Ouarzazate au centre ville.</a:t>
            </a:r>
            <a:endParaRPr lang="en-US" sz="1200" b="0" u="none" strike="noStrike">
              <a:solidFill>
                <a:srgbClr val="000000"/>
              </a:solidFill>
              <a:latin typeface="Arial"/>
            </a:endParaRPr>
          </a:p>
        </p:txBody>
      </p:sp>
      <p:sp>
        <p:nvSpPr>
          <p:cNvPr id="1116752444" name="TextBox 58"/>
          <p:cNvSpPr/>
          <p:nvPr/>
        </p:nvSpPr>
        <p:spPr bwMode="auto">
          <a:xfrm>
            <a:off x="277920" y="5896800"/>
            <a:ext cx="1226880" cy="3686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1" u="none" strike="noStrike">
                <a:solidFill>
                  <a:schemeClr val="lt2">
                    <a:lumMod val="90000"/>
                  </a:schemeClr>
                </a:solidFill>
                <a:latin typeface="Arial"/>
                <a:ea typeface="GulimChe"/>
              </a:rPr>
              <a:t>4.3 km</a:t>
            </a:r>
            <a:endParaRPr lang="en-US" sz="1800" b="0" u="none" strike="noStrike">
              <a:solidFill>
                <a:srgbClr val="000000"/>
              </a:solidFill>
              <a:latin typeface="Arial"/>
            </a:endParaRPr>
          </a:p>
        </p:txBody>
      </p:sp>
      <p:sp>
        <p:nvSpPr>
          <p:cNvPr id="680492608" name="Rectangle 60"/>
          <p:cNvSpPr/>
          <p:nvPr/>
        </p:nvSpPr>
        <p:spPr bwMode="auto">
          <a:xfrm>
            <a:off x="-12960" y="2243160"/>
            <a:ext cx="190800" cy="537480"/>
          </a:xfrm>
          <a:prstGeom prst="rect">
            <a:avLst/>
          </a:prstGeom>
          <a:solidFill>
            <a:srgbClr val="137E4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6945083" name="Rectangle 73"/>
          <p:cNvSpPr/>
          <p:nvPr/>
        </p:nvSpPr>
        <p:spPr bwMode="auto">
          <a:xfrm>
            <a:off x="-12960" y="2976840"/>
            <a:ext cx="190800" cy="5374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334159734" name="Rectangle 74"/>
          <p:cNvSpPr/>
          <p:nvPr/>
        </p:nvSpPr>
        <p:spPr bwMode="auto">
          <a:xfrm>
            <a:off x="-12960" y="3710519"/>
            <a:ext cx="190800" cy="537480"/>
          </a:xfrm>
          <a:prstGeom prst="rect">
            <a:avLst/>
          </a:prstGeom>
          <a:solidFill>
            <a:srgbClr val="137E4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627817980" name="Rectangle 75"/>
          <p:cNvSpPr/>
          <p:nvPr/>
        </p:nvSpPr>
        <p:spPr bwMode="auto">
          <a:xfrm>
            <a:off x="-12960" y="4444200"/>
            <a:ext cx="190800" cy="5374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388443319" name="Rectangle 76"/>
          <p:cNvSpPr/>
          <p:nvPr/>
        </p:nvSpPr>
        <p:spPr bwMode="auto">
          <a:xfrm>
            <a:off x="-12960" y="5177520"/>
            <a:ext cx="190800" cy="537480"/>
          </a:xfrm>
          <a:prstGeom prst="rect">
            <a:avLst/>
          </a:prstGeom>
          <a:solidFill>
            <a:srgbClr val="137E4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990495940" name="Rectangle 77"/>
          <p:cNvSpPr/>
          <p:nvPr/>
        </p:nvSpPr>
        <p:spPr bwMode="auto">
          <a:xfrm>
            <a:off x="-12960" y="5911200"/>
            <a:ext cx="190800" cy="5374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591818011" name="TextBox 13"/>
          <p:cNvSpPr/>
          <p:nvPr/>
        </p:nvSpPr>
        <p:spPr bwMode="auto">
          <a:xfrm>
            <a:off x="5896080" y="2040840"/>
            <a:ext cx="2008080" cy="652191"/>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0" u="none" strike="noStrike">
                <a:solidFill>
                  <a:schemeClr val="dk1"/>
                </a:solidFill>
                <a:latin typeface="Arial"/>
                <a:ea typeface="Arial"/>
              </a:rPr>
              <a:t>{{</a:t>
            </a:r>
            <a:r>
              <a:rPr lang="fr-FR" sz="1800" b="0" u="none" strike="noStrike">
                <a:solidFill>
                  <a:schemeClr val="dk1"/>
                </a:solidFill>
                <a:latin typeface="Droid Sans Mono"/>
                <a:ea typeface="Droid Sans Mono"/>
              </a:rPr>
              <a:t>destination_name</a:t>
            </a:r>
            <a:r>
              <a:rPr lang="fr-FR" sz="1800" b="0" u="none" strike="noStrike">
                <a:solidFill>
                  <a:schemeClr val="dk1"/>
                </a:solidFill>
                <a:latin typeface="Arial"/>
                <a:ea typeface="Arial"/>
              </a:rPr>
              <a:t>}}</a:t>
            </a:r>
            <a:endParaRPr sz="1800" b="0" u="none" strike="noStrike">
              <a:solidFill>
                <a:srgbClr val="000000"/>
              </a:solidFill>
              <a:latin typeface="Arial"/>
            </a:endParaRPr>
          </a:p>
        </p:txBody>
      </p:sp>
      <p:grpSp>
        <p:nvGrpSpPr>
          <p:cNvPr id="1227657236" name="组合 40"/>
          <p:cNvGrpSpPr/>
          <p:nvPr/>
        </p:nvGrpSpPr>
        <p:grpSpPr bwMode="auto">
          <a:xfrm>
            <a:off x="6095520" y="321840"/>
            <a:ext cx="5900039" cy="6156360"/>
            <a:chOff x="6095520" y="321840"/>
            <a:chExt cx="5900039" cy="6156360"/>
          </a:xfrm>
        </p:grpSpPr>
        <p:sp>
          <p:nvSpPr>
            <p:cNvPr id="207" name="Freeform 5"/>
            <p:cNvSpPr/>
            <p:nvPr/>
          </p:nvSpPr>
          <p:spPr bwMode="auto">
            <a:xfrm>
              <a:off x="8649720" y="1928520"/>
              <a:ext cx="1948320" cy="1255320"/>
            </a:xfrm>
            <a:custGeom>
              <a:avLst/>
              <a:gdLst>
                <a:gd name="textAreaLeft" fmla="*/ 0 w 1948320"/>
                <a:gd name="textAreaRight" fmla="*/ 1949040 w 1948320"/>
                <a:gd name="textAreaTop" fmla="*/ 0 h 1255320"/>
                <a:gd name="textAreaBottom" fmla="*/ 1256040 h 1255320"/>
              </a:gdLst>
              <a:ahLst/>
              <a:cxnLst/>
              <a:rect l="textAreaLeft" t="textAreaTop" r="textAreaRight" b="textAreaBottom"/>
              <a:pathLst>
                <a:path w="56643" h="51603" fill="norm" stroke="1" extrusionOk="0">
                  <a:moveTo>
                    <a:pt x="6624" y="20126"/>
                  </a:moveTo>
                  <a:lnTo>
                    <a:pt x="5248" y="23859"/>
                  </a:lnTo>
                  <a:lnTo>
                    <a:pt x="5744" y="25262"/>
                  </a:lnTo>
                  <a:lnTo>
                    <a:pt x="6763" y="24986"/>
                  </a:lnTo>
                  <a:lnTo>
                    <a:pt x="8264" y="26864"/>
                  </a:lnTo>
                  <a:cubicBezTo>
                    <a:pt x="8349" y="27714"/>
                    <a:pt x="8433" y="28564"/>
                    <a:pt x="8518" y="29414"/>
                  </a:cubicBezTo>
                  <a:lnTo>
                    <a:pt x="8263" y="32044"/>
                  </a:lnTo>
                  <a:cubicBezTo>
                    <a:pt x="8169" y="32894"/>
                    <a:pt x="8074" y="33745"/>
                    <a:pt x="7980" y="34595"/>
                  </a:cubicBezTo>
                  <a:lnTo>
                    <a:pt x="7297" y="36886"/>
                  </a:lnTo>
                  <a:lnTo>
                    <a:pt x="5914" y="39279"/>
                  </a:lnTo>
                  <a:lnTo>
                    <a:pt x="3975" y="42918"/>
                  </a:lnTo>
                  <a:lnTo>
                    <a:pt x="2787" y="46198"/>
                  </a:lnTo>
                  <a:lnTo>
                    <a:pt x="720" y="49300"/>
                  </a:lnTo>
                  <a:lnTo>
                    <a:pt x="0" y="50635"/>
                  </a:lnTo>
                  <a:lnTo>
                    <a:pt x="1208" y="50713"/>
                  </a:lnTo>
                  <a:lnTo>
                    <a:pt x="2375" y="51336"/>
                  </a:lnTo>
                  <a:lnTo>
                    <a:pt x="4215" y="51603"/>
                  </a:lnTo>
                  <a:lnTo>
                    <a:pt x="5163" y="50436"/>
                  </a:lnTo>
                  <a:lnTo>
                    <a:pt x="6112" y="51197"/>
                  </a:lnTo>
                  <a:lnTo>
                    <a:pt x="6996" y="50208"/>
                  </a:lnTo>
                  <a:cubicBezTo>
                    <a:pt x="6984" y="49720"/>
                    <a:pt x="6972" y="49233"/>
                    <a:pt x="6960" y="48745"/>
                  </a:cubicBezTo>
                  <a:lnTo>
                    <a:pt x="7406" y="48211"/>
                  </a:lnTo>
                  <a:lnTo>
                    <a:pt x="8208" y="48686"/>
                  </a:lnTo>
                  <a:lnTo>
                    <a:pt x="8836" y="48834"/>
                  </a:lnTo>
                  <a:cubicBezTo>
                    <a:pt x="8805" y="49091"/>
                    <a:pt x="9638" y="48231"/>
                    <a:pt x="9607" y="48488"/>
                  </a:cubicBezTo>
                  <a:lnTo>
                    <a:pt x="11064" y="48510"/>
                  </a:lnTo>
                  <a:lnTo>
                    <a:pt x="12183" y="47263"/>
                  </a:lnTo>
                  <a:lnTo>
                    <a:pt x="13116" y="47274"/>
                  </a:lnTo>
                  <a:cubicBezTo>
                    <a:pt x="13182" y="47660"/>
                    <a:pt x="13249" y="48045"/>
                    <a:pt x="13315" y="48431"/>
                  </a:cubicBezTo>
                  <a:lnTo>
                    <a:pt x="14398" y="49311"/>
                  </a:lnTo>
                  <a:lnTo>
                    <a:pt x="14956" y="48371"/>
                  </a:lnTo>
                  <a:lnTo>
                    <a:pt x="15565" y="46729"/>
                  </a:lnTo>
                  <a:cubicBezTo>
                    <a:pt x="15648" y="46169"/>
                    <a:pt x="15730" y="45609"/>
                    <a:pt x="15813" y="45049"/>
                  </a:cubicBezTo>
                  <a:lnTo>
                    <a:pt x="16414" y="44665"/>
                  </a:lnTo>
                  <a:lnTo>
                    <a:pt x="17462" y="44903"/>
                  </a:lnTo>
                  <a:lnTo>
                    <a:pt x="18537" y="44419"/>
                  </a:lnTo>
                  <a:lnTo>
                    <a:pt x="19510" y="43870"/>
                  </a:lnTo>
                  <a:cubicBezTo>
                    <a:pt x="19691" y="43581"/>
                    <a:pt x="19677" y="42720"/>
                    <a:pt x="19641" y="42233"/>
                  </a:cubicBezTo>
                  <a:cubicBezTo>
                    <a:pt x="19605" y="41746"/>
                    <a:pt x="19419" y="41425"/>
                    <a:pt x="19294" y="40948"/>
                  </a:cubicBezTo>
                  <a:lnTo>
                    <a:pt x="18876" y="39819"/>
                  </a:lnTo>
                  <a:lnTo>
                    <a:pt x="19223" y="39004"/>
                  </a:lnTo>
                  <a:lnTo>
                    <a:pt x="19761" y="38648"/>
                  </a:lnTo>
                  <a:cubicBezTo>
                    <a:pt x="19697" y="38381"/>
                    <a:pt x="19634" y="38114"/>
                    <a:pt x="19570" y="37847"/>
                  </a:cubicBezTo>
                  <a:lnTo>
                    <a:pt x="19187" y="36975"/>
                  </a:lnTo>
                  <a:cubicBezTo>
                    <a:pt x="19293" y="36665"/>
                    <a:pt x="19400" y="36356"/>
                    <a:pt x="19506" y="36046"/>
                  </a:cubicBezTo>
                  <a:lnTo>
                    <a:pt x="20390" y="36095"/>
                  </a:lnTo>
                  <a:lnTo>
                    <a:pt x="21281" y="36630"/>
                  </a:lnTo>
                  <a:lnTo>
                    <a:pt x="22259" y="37252"/>
                  </a:lnTo>
                  <a:lnTo>
                    <a:pt x="23334" y="36491"/>
                  </a:lnTo>
                  <a:lnTo>
                    <a:pt x="23271" y="35294"/>
                  </a:lnTo>
                  <a:lnTo>
                    <a:pt x="24346" y="35166"/>
                  </a:lnTo>
                  <a:lnTo>
                    <a:pt x="25131" y="35967"/>
                  </a:lnTo>
                  <a:lnTo>
                    <a:pt x="25994" y="37073"/>
                  </a:lnTo>
                  <a:lnTo>
                    <a:pt x="27326" y="36224"/>
                  </a:lnTo>
                  <a:lnTo>
                    <a:pt x="27920" y="35027"/>
                  </a:lnTo>
                  <a:lnTo>
                    <a:pt x="29426" y="35205"/>
                  </a:lnTo>
                  <a:lnTo>
                    <a:pt x="30131" y="34208"/>
                  </a:lnTo>
                  <a:cubicBezTo>
                    <a:pt x="30098" y="33453"/>
                    <a:pt x="29873" y="32987"/>
                    <a:pt x="29840" y="32232"/>
                  </a:cubicBezTo>
                  <a:lnTo>
                    <a:pt x="30927" y="30342"/>
                  </a:lnTo>
                  <a:lnTo>
                    <a:pt x="31932" y="31371"/>
                  </a:lnTo>
                  <a:lnTo>
                    <a:pt x="32342" y="32389"/>
                  </a:lnTo>
                  <a:lnTo>
                    <a:pt x="32852" y="33497"/>
                  </a:lnTo>
                  <a:lnTo>
                    <a:pt x="34195" y="33603"/>
                  </a:lnTo>
                  <a:lnTo>
                    <a:pt x="35207" y="33069"/>
                  </a:lnTo>
                  <a:lnTo>
                    <a:pt x="35645" y="32268"/>
                  </a:lnTo>
                  <a:cubicBezTo>
                    <a:pt x="35624" y="31929"/>
                    <a:pt x="35603" y="31589"/>
                    <a:pt x="35582" y="31250"/>
                  </a:cubicBezTo>
                  <a:cubicBezTo>
                    <a:pt x="35686" y="30818"/>
                    <a:pt x="35789" y="30386"/>
                    <a:pt x="35893" y="29954"/>
                  </a:cubicBezTo>
                  <a:lnTo>
                    <a:pt x="36856" y="29036"/>
                  </a:lnTo>
                  <a:lnTo>
                    <a:pt x="38059" y="29748"/>
                  </a:lnTo>
                  <a:lnTo>
                    <a:pt x="38625" y="28986"/>
                  </a:lnTo>
                  <a:lnTo>
                    <a:pt x="39581" y="28146"/>
                  </a:lnTo>
                  <a:lnTo>
                    <a:pt x="40437" y="27573"/>
                  </a:lnTo>
                  <a:lnTo>
                    <a:pt x="41449" y="28235"/>
                  </a:lnTo>
                  <a:lnTo>
                    <a:pt x="42405" y="30193"/>
                  </a:lnTo>
                  <a:lnTo>
                    <a:pt x="43162" y="32774"/>
                  </a:lnTo>
                  <a:cubicBezTo>
                    <a:pt x="43129" y="33354"/>
                    <a:pt x="43095" y="33935"/>
                    <a:pt x="43062" y="34515"/>
                  </a:cubicBezTo>
                  <a:lnTo>
                    <a:pt x="43608" y="35512"/>
                  </a:lnTo>
                  <a:cubicBezTo>
                    <a:pt x="43483" y="36234"/>
                    <a:pt x="43357" y="36955"/>
                    <a:pt x="43232" y="37677"/>
                  </a:cubicBezTo>
                  <a:cubicBezTo>
                    <a:pt x="43242" y="39086"/>
                    <a:pt x="43253" y="40496"/>
                    <a:pt x="43263" y="41905"/>
                  </a:cubicBezTo>
                  <a:lnTo>
                    <a:pt x="43685" y="42837"/>
                  </a:lnTo>
                  <a:lnTo>
                    <a:pt x="44803" y="42402"/>
                  </a:lnTo>
                  <a:lnTo>
                    <a:pt x="45638" y="42520"/>
                  </a:lnTo>
                  <a:lnTo>
                    <a:pt x="46020" y="42244"/>
                  </a:lnTo>
                  <a:lnTo>
                    <a:pt x="47110" y="42184"/>
                  </a:lnTo>
                  <a:lnTo>
                    <a:pt x="48101" y="41552"/>
                  </a:lnTo>
                  <a:lnTo>
                    <a:pt x="49176" y="41809"/>
                  </a:lnTo>
                  <a:lnTo>
                    <a:pt x="50039" y="42679"/>
                  </a:lnTo>
                  <a:lnTo>
                    <a:pt x="51469" y="43134"/>
                  </a:lnTo>
                  <a:lnTo>
                    <a:pt x="52431" y="42422"/>
                  </a:lnTo>
                  <a:cubicBezTo>
                    <a:pt x="52455" y="41796"/>
                    <a:pt x="52478" y="41169"/>
                    <a:pt x="52502" y="40543"/>
                  </a:cubicBezTo>
                  <a:lnTo>
                    <a:pt x="53139" y="40280"/>
                  </a:lnTo>
                  <a:lnTo>
                    <a:pt x="53804" y="40398"/>
                  </a:lnTo>
                  <a:cubicBezTo>
                    <a:pt x="53846" y="39768"/>
                    <a:pt x="53889" y="39138"/>
                    <a:pt x="53931" y="38508"/>
                  </a:cubicBezTo>
                  <a:lnTo>
                    <a:pt x="55021" y="36472"/>
                  </a:lnTo>
                  <a:lnTo>
                    <a:pt x="56643" y="33842"/>
                  </a:lnTo>
                  <a:lnTo>
                    <a:pt x="55842" y="32143"/>
                  </a:lnTo>
                  <a:cubicBezTo>
                    <a:pt x="55818" y="31536"/>
                    <a:pt x="55795" y="30930"/>
                    <a:pt x="55771" y="30323"/>
                  </a:cubicBezTo>
                  <a:lnTo>
                    <a:pt x="55304" y="28801"/>
                  </a:lnTo>
                  <a:lnTo>
                    <a:pt x="55148" y="27477"/>
                  </a:lnTo>
                  <a:cubicBezTo>
                    <a:pt x="55077" y="26798"/>
                    <a:pt x="55007" y="26120"/>
                    <a:pt x="54936" y="25441"/>
                  </a:cubicBezTo>
                  <a:cubicBezTo>
                    <a:pt x="54917" y="24407"/>
                    <a:pt x="54899" y="23372"/>
                    <a:pt x="54880" y="22338"/>
                  </a:cubicBezTo>
                  <a:lnTo>
                    <a:pt x="53932" y="20006"/>
                  </a:lnTo>
                  <a:lnTo>
                    <a:pt x="53322" y="17653"/>
                  </a:lnTo>
                  <a:lnTo>
                    <a:pt x="53804" y="15421"/>
                  </a:lnTo>
                  <a:lnTo>
                    <a:pt x="54384" y="13622"/>
                  </a:lnTo>
                  <a:cubicBezTo>
                    <a:pt x="54464" y="13042"/>
                    <a:pt x="54545" y="12462"/>
                    <a:pt x="54625" y="11882"/>
                  </a:cubicBezTo>
                  <a:cubicBezTo>
                    <a:pt x="54638" y="11419"/>
                    <a:pt x="54527" y="10427"/>
                    <a:pt x="54540" y="9964"/>
                  </a:cubicBezTo>
                  <a:cubicBezTo>
                    <a:pt x="54462" y="9408"/>
                    <a:pt x="54383" y="8852"/>
                    <a:pt x="54305" y="8296"/>
                  </a:cubicBezTo>
                  <a:lnTo>
                    <a:pt x="53719" y="7809"/>
                  </a:lnTo>
                  <a:lnTo>
                    <a:pt x="52431" y="7058"/>
                  </a:lnTo>
                  <a:lnTo>
                    <a:pt x="50548" y="6109"/>
                  </a:lnTo>
                  <a:lnTo>
                    <a:pt x="48821" y="6090"/>
                  </a:lnTo>
                  <a:cubicBezTo>
                    <a:pt x="48760" y="5642"/>
                    <a:pt x="48698" y="5193"/>
                    <a:pt x="48637" y="4745"/>
                  </a:cubicBezTo>
                  <a:lnTo>
                    <a:pt x="49514" y="3816"/>
                  </a:lnTo>
                  <a:lnTo>
                    <a:pt x="50647" y="2511"/>
                  </a:lnTo>
                  <a:lnTo>
                    <a:pt x="51256" y="1166"/>
                  </a:lnTo>
                  <a:lnTo>
                    <a:pt x="50789" y="534"/>
                  </a:lnTo>
                  <a:lnTo>
                    <a:pt x="50096" y="0"/>
                  </a:lnTo>
                  <a:lnTo>
                    <a:pt x="49006" y="118"/>
                  </a:lnTo>
                  <a:lnTo>
                    <a:pt x="48581" y="692"/>
                  </a:lnTo>
                  <a:cubicBezTo>
                    <a:pt x="48538" y="995"/>
                    <a:pt x="48496" y="1298"/>
                    <a:pt x="48453" y="1601"/>
                  </a:cubicBezTo>
                  <a:lnTo>
                    <a:pt x="47788" y="2491"/>
                  </a:lnTo>
                  <a:lnTo>
                    <a:pt x="46825" y="3637"/>
                  </a:lnTo>
                  <a:lnTo>
                    <a:pt x="45566" y="5002"/>
                  </a:lnTo>
                  <a:lnTo>
                    <a:pt x="43641" y="6168"/>
                  </a:lnTo>
                  <a:lnTo>
                    <a:pt x="41815" y="7374"/>
                  </a:lnTo>
                  <a:lnTo>
                    <a:pt x="39635" y="9074"/>
                  </a:lnTo>
                  <a:lnTo>
                    <a:pt x="38624" y="10038"/>
                  </a:lnTo>
                  <a:lnTo>
                    <a:pt x="38780" y="11045"/>
                  </a:lnTo>
                  <a:lnTo>
                    <a:pt x="38293" y="11585"/>
                  </a:lnTo>
                  <a:lnTo>
                    <a:pt x="37458" y="11664"/>
                  </a:lnTo>
                  <a:lnTo>
                    <a:pt x="36283" y="11150"/>
                  </a:lnTo>
                  <a:lnTo>
                    <a:pt x="35534" y="10438"/>
                  </a:lnTo>
                  <a:lnTo>
                    <a:pt x="34546" y="11088"/>
                  </a:lnTo>
                  <a:lnTo>
                    <a:pt x="28797" y="15439"/>
                  </a:lnTo>
                  <a:lnTo>
                    <a:pt x="28327" y="16912"/>
                  </a:lnTo>
                  <a:lnTo>
                    <a:pt x="26929" y="17178"/>
                  </a:lnTo>
                  <a:lnTo>
                    <a:pt x="26476" y="18345"/>
                  </a:lnTo>
                  <a:cubicBezTo>
                    <a:pt x="26490" y="18615"/>
                    <a:pt x="26505" y="18885"/>
                    <a:pt x="26519" y="19155"/>
                  </a:cubicBezTo>
                  <a:lnTo>
                    <a:pt x="25358" y="19413"/>
                  </a:lnTo>
                  <a:lnTo>
                    <a:pt x="24778" y="18879"/>
                  </a:lnTo>
                  <a:lnTo>
                    <a:pt x="23179" y="19057"/>
                  </a:lnTo>
                  <a:lnTo>
                    <a:pt x="22259" y="19511"/>
                  </a:lnTo>
                  <a:lnTo>
                    <a:pt x="20773" y="20025"/>
                  </a:lnTo>
                  <a:lnTo>
                    <a:pt x="19754" y="20817"/>
                  </a:lnTo>
                  <a:lnTo>
                    <a:pt x="18848" y="20184"/>
                  </a:lnTo>
                  <a:cubicBezTo>
                    <a:pt x="18791" y="19894"/>
                    <a:pt x="18735" y="19604"/>
                    <a:pt x="18678" y="19314"/>
                  </a:cubicBezTo>
                  <a:cubicBezTo>
                    <a:pt x="18636" y="19037"/>
                    <a:pt x="18593" y="18761"/>
                    <a:pt x="18551" y="18484"/>
                  </a:cubicBezTo>
                  <a:lnTo>
                    <a:pt x="17136" y="18464"/>
                  </a:lnTo>
                  <a:lnTo>
                    <a:pt x="16074" y="19215"/>
                  </a:lnTo>
                  <a:lnTo>
                    <a:pt x="15523" y="19907"/>
                  </a:lnTo>
                  <a:lnTo>
                    <a:pt x="14547" y="20658"/>
                  </a:lnTo>
                  <a:lnTo>
                    <a:pt x="13372" y="21488"/>
                  </a:lnTo>
                  <a:lnTo>
                    <a:pt x="11886" y="21409"/>
                  </a:lnTo>
                  <a:lnTo>
                    <a:pt x="10570" y="22022"/>
                  </a:lnTo>
                  <a:lnTo>
                    <a:pt x="9593" y="21429"/>
                  </a:lnTo>
                  <a:lnTo>
                    <a:pt x="7894" y="20935"/>
                  </a:lnTo>
                  <a:lnTo>
                    <a:pt x="6624" y="20126"/>
                  </a:lnTo>
                  <a:close/>
                </a:path>
              </a:pathLst>
            </a:custGeom>
            <a:solidFill>
              <a:srgbClr val="245AAA"/>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08" name="Freeform 5"/>
            <p:cNvSpPr/>
            <p:nvPr/>
          </p:nvSpPr>
          <p:spPr bwMode="auto">
            <a:xfrm>
              <a:off x="7902360" y="2598840"/>
              <a:ext cx="2246400" cy="1847880"/>
            </a:xfrm>
            <a:custGeom>
              <a:avLst/>
              <a:gdLst>
                <a:gd name="textAreaLeft" fmla="*/ 0 w 2246400"/>
                <a:gd name="textAreaRight" fmla="*/ 2247120 w 2246400"/>
                <a:gd name="textAreaTop" fmla="*/ 0 h 1847880"/>
                <a:gd name="textAreaBottom" fmla="*/ 1848600 h 1847880"/>
              </a:gdLst>
              <a:ahLst/>
              <a:cxnLst/>
              <a:rect l="textAreaLeft" t="textAreaTop" r="textAreaRight" b="textAreaBottom"/>
              <a:pathLst>
                <a:path w="65348" h="75851" fill="norm" stroke="1" extrusionOk="0">
                  <a:moveTo>
                    <a:pt x="45625" y="25236"/>
                  </a:moveTo>
                  <a:lnTo>
                    <a:pt x="43801" y="28112"/>
                  </a:lnTo>
                  <a:lnTo>
                    <a:pt x="42980" y="28131"/>
                  </a:lnTo>
                  <a:lnTo>
                    <a:pt x="41847" y="29953"/>
                  </a:lnTo>
                  <a:cubicBezTo>
                    <a:pt x="41915" y="36570"/>
                    <a:pt x="42069" y="67906"/>
                    <a:pt x="42137" y="74523"/>
                  </a:cubicBezTo>
                  <a:lnTo>
                    <a:pt x="5924" y="75562"/>
                  </a:lnTo>
                  <a:lnTo>
                    <a:pt x="5138" y="74781"/>
                  </a:lnTo>
                  <a:lnTo>
                    <a:pt x="3991" y="74781"/>
                  </a:lnTo>
                  <a:lnTo>
                    <a:pt x="2632" y="75057"/>
                  </a:lnTo>
                  <a:lnTo>
                    <a:pt x="1514" y="75851"/>
                  </a:lnTo>
                  <a:lnTo>
                    <a:pt x="1005" y="73912"/>
                  </a:lnTo>
                  <a:lnTo>
                    <a:pt x="0" y="71382"/>
                  </a:lnTo>
                  <a:lnTo>
                    <a:pt x="54" y="66519"/>
                  </a:lnTo>
                  <a:lnTo>
                    <a:pt x="2406" y="60668"/>
                  </a:lnTo>
                  <a:lnTo>
                    <a:pt x="6079" y="49389"/>
                  </a:lnTo>
                  <a:lnTo>
                    <a:pt x="8860" y="45723"/>
                  </a:lnTo>
                  <a:lnTo>
                    <a:pt x="9992" y="45843"/>
                  </a:lnTo>
                  <a:lnTo>
                    <a:pt x="11252" y="45606"/>
                  </a:lnTo>
                  <a:cubicBezTo>
                    <a:pt x="11319" y="45184"/>
                    <a:pt x="11385" y="44763"/>
                    <a:pt x="11452" y="44341"/>
                  </a:cubicBezTo>
                  <a:lnTo>
                    <a:pt x="9949" y="41790"/>
                  </a:lnTo>
                  <a:lnTo>
                    <a:pt x="8050" y="37655"/>
                  </a:lnTo>
                  <a:lnTo>
                    <a:pt x="11760" y="34537"/>
                  </a:lnTo>
                  <a:lnTo>
                    <a:pt x="15213" y="29554"/>
                  </a:lnTo>
                  <a:lnTo>
                    <a:pt x="20422" y="24277"/>
                  </a:lnTo>
                  <a:lnTo>
                    <a:pt x="21384" y="24535"/>
                  </a:lnTo>
                  <a:cubicBezTo>
                    <a:pt x="21503" y="24044"/>
                    <a:pt x="21621" y="23553"/>
                    <a:pt x="21740" y="23062"/>
                  </a:cubicBezTo>
                  <a:lnTo>
                    <a:pt x="22948" y="23140"/>
                  </a:lnTo>
                  <a:lnTo>
                    <a:pt x="24115" y="23763"/>
                  </a:lnTo>
                  <a:lnTo>
                    <a:pt x="25955" y="24030"/>
                  </a:lnTo>
                  <a:lnTo>
                    <a:pt x="26903" y="22863"/>
                  </a:lnTo>
                  <a:lnTo>
                    <a:pt x="27852" y="23624"/>
                  </a:lnTo>
                  <a:lnTo>
                    <a:pt x="28736" y="22635"/>
                  </a:lnTo>
                  <a:cubicBezTo>
                    <a:pt x="28724" y="22147"/>
                    <a:pt x="28712" y="21660"/>
                    <a:pt x="28700" y="21172"/>
                  </a:cubicBezTo>
                  <a:lnTo>
                    <a:pt x="29146" y="20638"/>
                  </a:lnTo>
                  <a:lnTo>
                    <a:pt x="29948" y="21113"/>
                  </a:lnTo>
                  <a:lnTo>
                    <a:pt x="30576" y="21261"/>
                  </a:lnTo>
                  <a:cubicBezTo>
                    <a:pt x="30545" y="21518"/>
                    <a:pt x="31378" y="20658"/>
                    <a:pt x="31347" y="20915"/>
                  </a:cubicBezTo>
                  <a:lnTo>
                    <a:pt x="32804" y="20937"/>
                  </a:lnTo>
                  <a:lnTo>
                    <a:pt x="33923" y="19690"/>
                  </a:lnTo>
                  <a:lnTo>
                    <a:pt x="34856" y="19701"/>
                  </a:lnTo>
                  <a:cubicBezTo>
                    <a:pt x="34922" y="20087"/>
                    <a:pt x="34989" y="20472"/>
                    <a:pt x="35055" y="20858"/>
                  </a:cubicBezTo>
                  <a:lnTo>
                    <a:pt x="36138" y="21738"/>
                  </a:lnTo>
                  <a:lnTo>
                    <a:pt x="36696" y="20798"/>
                  </a:lnTo>
                  <a:lnTo>
                    <a:pt x="37305" y="19156"/>
                  </a:lnTo>
                  <a:cubicBezTo>
                    <a:pt x="37388" y="18596"/>
                    <a:pt x="37470" y="18036"/>
                    <a:pt x="37553" y="17476"/>
                  </a:cubicBezTo>
                  <a:lnTo>
                    <a:pt x="38154" y="17092"/>
                  </a:lnTo>
                  <a:lnTo>
                    <a:pt x="39202" y="17330"/>
                  </a:lnTo>
                  <a:lnTo>
                    <a:pt x="40277" y="16846"/>
                  </a:lnTo>
                  <a:lnTo>
                    <a:pt x="41250" y="16297"/>
                  </a:lnTo>
                  <a:cubicBezTo>
                    <a:pt x="41431" y="16008"/>
                    <a:pt x="41417" y="15147"/>
                    <a:pt x="41381" y="14660"/>
                  </a:cubicBezTo>
                  <a:cubicBezTo>
                    <a:pt x="41345" y="14173"/>
                    <a:pt x="41159" y="13852"/>
                    <a:pt x="41034" y="13375"/>
                  </a:cubicBezTo>
                  <a:lnTo>
                    <a:pt x="40616" y="12246"/>
                  </a:lnTo>
                  <a:lnTo>
                    <a:pt x="40963" y="11431"/>
                  </a:lnTo>
                  <a:lnTo>
                    <a:pt x="41501" y="11075"/>
                  </a:lnTo>
                  <a:cubicBezTo>
                    <a:pt x="41437" y="10808"/>
                    <a:pt x="41374" y="10541"/>
                    <a:pt x="41310" y="10274"/>
                  </a:cubicBezTo>
                  <a:lnTo>
                    <a:pt x="40927" y="9402"/>
                  </a:lnTo>
                  <a:cubicBezTo>
                    <a:pt x="41033" y="9092"/>
                    <a:pt x="41140" y="8783"/>
                    <a:pt x="41246" y="8473"/>
                  </a:cubicBezTo>
                  <a:lnTo>
                    <a:pt x="42130" y="8522"/>
                  </a:lnTo>
                  <a:lnTo>
                    <a:pt x="43021" y="9057"/>
                  </a:lnTo>
                  <a:lnTo>
                    <a:pt x="43999" y="9679"/>
                  </a:lnTo>
                  <a:lnTo>
                    <a:pt x="45074" y="8918"/>
                  </a:lnTo>
                  <a:lnTo>
                    <a:pt x="45011" y="7721"/>
                  </a:lnTo>
                  <a:lnTo>
                    <a:pt x="46086" y="7593"/>
                  </a:lnTo>
                  <a:lnTo>
                    <a:pt x="46871" y="8394"/>
                  </a:lnTo>
                  <a:lnTo>
                    <a:pt x="47734" y="9500"/>
                  </a:lnTo>
                  <a:lnTo>
                    <a:pt x="49066" y="8651"/>
                  </a:lnTo>
                  <a:lnTo>
                    <a:pt x="49660" y="7454"/>
                  </a:lnTo>
                  <a:lnTo>
                    <a:pt x="51166" y="7632"/>
                  </a:lnTo>
                  <a:lnTo>
                    <a:pt x="51871" y="6635"/>
                  </a:lnTo>
                  <a:cubicBezTo>
                    <a:pt x="51838" y="5880"/>
                    <a:pt x="51613" y="5414"/>
                    <a:pt x="51580" y="4659"/>
                  </a:cubicBezTo>
                  <a:lnTo>
                    <a:pt x="52667" y="2769"/>
                  </a:lnTo>
                  <a:lnTo>
                    <a:pt x="53672" y="3798"/>
                  </a:lnTo>
                  <a:lnTo>
                    <a:pt x="54082" y="4816"/>
                  </a:lnTo>
                  <a:lnTo>
                    <a:pt x="54592" y="5924"/>
                  </a:lnTo>
                  <a:lnTo>
                    <a:pt x="55935" y="6030"/>
                  </a:lnTo>
                  <a:lnTo>
                    <a:pt x="56947" y="5496"/>
                  </a:lnTo>
                  <a:lnTo>
                    <a:pt x="57385" y="4695"/>
                  </a:lnTo>
                  <a:cubicBezTo>
                    <a:pt x="57364" y="4356"/>
                    <a:pt x="57343" y="4016"/>
                    <a:pt x="57322" y="3677"/>
                  </a:cubicBezTo>
                  <a:cubicBezTo>
                    <a:pt x="57426" y="3245"/>
                    <a:pt x="57529" y="2813"/>
                    <a:pt x="57633" y="2381"/>
                  </a:cubicBezTo>
                  <a:lnTo>
                    <a:pt x="58596" y="1463"/>
                  </a:lnTo>
                  <a:lnTo>
                    <a:pt x="59799" y="2175"/>
                  </a:lnTo>
                  <a:lnTo>
                    <a:pt x="60365" y="1413"/>
                  </a:lnTo>
                  <a:lnTo>
                    <a:pt x="61321" y="573"/>
                  </a:lnTo>
                  <a:lnTo>
                    <a:pt x="62177" y="0"/>
                  </a:lnTo>
                  <a:lnTo>
                    <a:pt x="63189" y="662"/>
                  </a:lnTo>
                  <a:lnTo>
                    <a:pt x="64145" y="2620"/>
                  </a:lnTo>
                  <a:lnTo>
                    <a:pt x="64902" y="5201"/>
                  </a:lnTo>
                  <a:cubicBezTo>
                    <a:pt x="64869" y="5781"/>
                    <a:pt x="64835" y="6362"/>
                    <a:pt x="64802" y="6942"/>
                  </a:cubicBezTo>
                  <a:lnTo>
                    <a:pt x="65348" y="7939"/>
                  </a:lnTo>
                  <a:cubicBezTo>
                    <a:pt x="65223" y="8661"/>
                    <a:pt x="65097" y="9382"/>
                    <a:pt x="64972" y="10104"/>
                  </a:cubicBezTo>
                  <a:cubicBezTo>
                    <a:pt x="64982" y="11513"/>
                    <a:pt x="64993" y="12923"/>
                    <a:pt x="65003" y="14332"/>
                  </a:cubicBezTo>
                  <a:lnTo>
                    <a:pt x="62764" y="14591"/>
                  </a:lnTo>
                  <a:lnTo>
                    <a:pt x="61816" y="15185"/>
                  </a:lnTo>
                  <a:lnTo>
                    <a:pt x="59636" y="15481"/>
                  </a:lnTo>
                  <a:lnTo>
                    <a:pt x="56427" y="15332"/>
                  </a:lnTo>
                  <a:lnTo>
                    <a:pt x="53581" y="17437"/>
                  </a:lnTo>
                  <a:lnTo>
                    <a:pt x="48554" y="22677"/>
                  </a:lnTo>
                  <a:lnTo>
                    <a:pt x="45625" y="25236"/>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09" name="Freeform 5"/>
            <p:cNvSpPr/>
            <p:nvPr/>
          </p:nvSpPr>
          <p:spPr bwMode="auto">
            <a:xfrm>
              <a:off x="10383120" y="957960"/>
              <a:ext cx="905400" cy="693360"/>
            </a:xfrm>
            <a:custGeom>
              <a:avLst/>
              <a:gdLst>
                <a:gd name="textAreaLeft" fmla="*/ 0 w 905400"/>
                <a:gd name="textAreaRight" fmla="*/ 906120 w 905400"/>
                <a:gd name="textAreaTop" fmla="*/ 0 h 693360"/>
                <a:gd name="textAreaBottom" fmla="*/ 694080 h 693360"/>
                <a:gd name="GluePoint1X" fmla="*/ 284 w 26316"/>
                <a:gd name="GluePoint1Y" fmla="*/ 2291 h 28484"/>
                <a:gd name="GluePoint2X" fmla="*/ 752 w 26316"/>
                <a:gd name="GluePoint2Y" fmla="*/ 4784 h 28484"/>
                <a:gd name="GluePoint3X" fmla="*/ 2097 w 26316"/>
                <a:gd name="GluePoint3Y" fmla="*/ 5752 h 28484"/>
                <a:gd name="GluePoint4X" fmla="*/ 3400 w 26316"/>
                <a:gd name="GluePoint4Y" fmla="*/ 6859 h 28484"/>
                <a:gd name="GluePoint5X" fmla="*/ 4008 w 26316"/>
                <a:gd name="GluePoint5Y" fmla="*/ 9891 h 28484"/>
                <a:gd name="GluePoint6X" fmla="*/ 5706 w 26316"/>
                <a:gd name="GluePoint6Y" fmla="*/ 11741 h 28484"/>
                <a:gd name="GluePoint7X" fmla="*/ 5536 w 26316"/>
                <a:gd name="GluePoint7Y" fmla="*/ 14529 h 28484"/>
                <a:gd name="GluePoint8X" fmla="*/ 5961 w 26316"/>
                <a:gd name="GluePoint8Y" fmla="*/ 19135 h 28484"/>
                <a:gd name="GluePoint9X" fmla="*/ 7008 w 26316"/>
                <a:gd name="GluePoint9Y" fmla="*/ 20815 h 28484"/>
                <a:gd name="GluePoint10X" fmla="*/ 8197 w 26316"/>
                <a:gd name="GluePoint10Y" fmla="*/ 23662 h 28484"/>
                <a:gd name="GluePoint11X" fmla="*/ 10376 w 26316"/>
                <a:gd name="GluePoint11Y" fmla="*/ 24688 h 28484"/>
                <a:gd name="GluePoint12X" fmla="*/ 13277 w 26316"/>
                <a:gd name="GluePoint12Y" fmla="*/ 27377 h 28484"/>
                <a:gd name="GluePoint13X" fmla="*/ 16069 w 26316"/>
                <a:gd name="GluePoint13Y" fmla="*/ 28296 h 28484"/>
                <a:gd name="GluePoint14X" fmla="*/ 16956 w 26316"/>
                <a:gd name="GluePoint14Y" fmla="*/ 25617 h 28484"/>
                <a:gd name="GluePoint15X" fmla="*/ 17861 w 26316"/>
                <a:gd name="GluePoint15Y" fmla="*/ 22711 h 28484"/>
                <a:gd name="GluePoint16X" fmla="*/ 19319 w 26316"/>
                <a:gd name="GluePoint16Y" fmla="*/ 20477 h 28484"/>
                <a:gd name="GluePoint17X" fmla="*/ 22306 w 26316"/>
                <a:gd name="GluePoint17Y" fmla="*/ 19508 h 28484"/>
                <a:gd name="GluePoint18X" fmla="*/ 24443 w 26316"/>
                <a:gd name="GluePoint18Y" fmla="*/ 18937 h 28484"/>
                <a:gd name="GluePoint19X" fmla="*/ 26316 w 26316"/>
                <a:gd name="GluePoint19Y" fmla="*/ 17524 h 28484"/>
                <a:gd name="GluePoint20X" fmla="*/ 23990 w 26316"/>
                <a:gd name="GluePoint20Y" fmla="*/ 14331 h 28484"/>
                <a:gd name="GluePoint21X" fmla="*/ 23438 w 26316"/>
                <a:gd name="GluePoint21Y" fmla="*/ 11543 h 28484"/>
                <a:gd name="GluePoint22X" fmla="*/ 23744 w 26316"/>
                <a:gd name="GluePoint22Y" fmla="*/ 8500 h 28484"/>
                <a:gd name="GluePoint23X" fmla="*/ 21429 w 26316"/>
                <a:gd name="GluePoint23Y" fmla="*/ 6780 h 28484"/>
                <a:gd name="GluePoint24X" fmla="*/ 19051 w 26316"/>
                <a:gd name="GluePoint24Y" fmla="*/ 6246 h 28484"/>
                <a:gd name="GluePoint25X" fmla="*/ 17650 w 26316"/>
                <a:gd name="GluePoint25Y" fmla="*/ 9152 h 28484"/>
                <a:gd name="GluePoint26X" fmla="*/ 15599 w 26316"/>
                <a:gd name="GluePoint26Y" fmla="*/ 12158 h 28484"/>
                <a:gd name="GluePoint27X" fmla="*/ 14198 w 26316"/>
                <a:gd name="GluePoint27Y" fmla="*/ 10339 h 28484"/>
                <a:gd name="GluePoint28X" fmla="*/ 13206 w 26316"/>
                <a:gd name="GluePoint28Y" fmla="*/ 9055 h 28484"/>
                <a:gd name="GluePoint29X" fmla="*/ 12400 w 26316"/>
                <a:gd name="GluePoint29Y" fmla="*/ 6642 h 28484"/>
                <a:gd name="GluePoint30X" fmla="*/ 10532 w 26316"/>
                <a:gd name="GluePoint30Y" fmla="*/ 6681 h 28484"/>
                <a:gd name="GluePoint31X" fmla="*/ 9343 w 26316"/>
                <a:gd name="GluePoint31Y" fmla="*/ 6247 h 28484"/>
                <a:gd name="GluePoint32X" fmla="*/ 8621 w 26316"/>
                <a:gd name="GluePoint32Y" fmla="*/ 4171 h 28484"/>
                <a:gd name="GluePoint33X" fmla="*/ 6286 w 26316"/>
                <a:gd name="GluePoint33Y" fmla="*/ 1404 h 28484"/>
                <a:gd name="GluePoint34X" fmla="*/ 3470 w 26316"/>
                <a:gd name="GluePoint34Y" fmla="*/ 0 h 28484"/>
                <a:gd name="GluePoint35X" fmla="*/ 1475 w 26316"/>
                <a:gd name="GluePoint35Y" fmla="*/ 514 h 28484"/>
                <a:gd name="GluePoint36X" fmla="*/ 0 w 26316"/>
                <a:gd name="GluePoint36Y" fmla="*/ 1024 h 284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textAreaLeft" t="textAreaTop" r="textAreaRight" b="textAreaBottom"/>
              <a:pathLst>
                <a:path w="26316" h="28484" fill="norm" stroke="1" extrusionOk="0">
                  <a:moveTo>
                    <a:pt x="0" y="1024"/>
                  </a:moveTo>
                  <a:cubicBezTo>
                    <a:pt x="95" y="1446"/>
                    <a:pt x="189" y="1869"/>
                    <a:pt x="284" y="2291"/>
                  </a:cubicBezTo>
                  <a:lnTo>
                    <a:pt x="810" y="2885"/>
                  </a:lnTo>
                  <a:cubicBezTo>
                    <a:pt x="791" y="3518"/>
                    <a:pt x="771" y="4151"/>
                    <a:pt x="752" y="4784"/>
                  </a:cubicBezTo>
                  <a:lnTo>
                    <a:pt x="1432" y="5099"/>
                  </a:lnTo>
                  <a:lnTo>
                    <a:pt x="2097" y="5752"/>
                  </a:lnTo>
                  <a:lnTo>
                    <a:pt x="2508" y="5613"/>
                  </a:lnTo>
                  <a:lnTo>
                    <a:pt x="3400" y="6859"/>
                  </a:lnTo>
                  <a:cubicBezTo>
                    <a:pt x="3537" y="7373"/>
                    <a:pt x="3675" y="7886"/>
                    <a:pt x="3812" y="8400"/>
                  </a:cubicBezTo>
                  <a:cubicBezTo>
                    <a:pt x="3877" y="8897"/>
                    <a:pt x="3943" y="9394"/>
                    <a:pt x="4008" y="9891"/>
                  </a:cubicBezTo>
                  <a:lnTo>
                    <a:pt x="4772" y="10575"/>
                  </a:lnTo>
                  <a:lnTo>
                    <a:pt x="5706" y="11741"/>
                  </a:lnTo>
                  <a:lnTo>
                    <a:pt x="6006" y="13538"/>
                  </a:lnTo>
                  <a:lnTo>
                    <a:pt x="5536" y="14529"/>
                  </a:lnTo>
                  <a:lnTo>
                    <a:pt x="5692" y="18187"/>
                  </a:lnTo>
                  <a:cubicBezTo>
                    <a:pt x="5782" y="18503"/>
                    <a:pt x="5871" y="18819"/>
                    <a:pt x="5961" y="19135"/>
                  </a:cubicBezTo>
                  <a:lnTo>
                    <a:pt x="6286" y="19806"/>
                  </a:lnTo>
                  <a:lnTo>
                    <a:pt x="7008" y="20815"/>
                  </a:lnTo>
                  <a:lnTo>
                    <a:pt x="8041" y="22139"/>
                  </a:lnTo>
                  <a:lnTo>
                    <a:pt x="8197" y="23662"/>
                  </a:lnTo>
                  <a:lnTo>
                    <a:pt x="8622" y="24630"/>
                  </a:lnTo>
                  <a:lnTo>
                    <a:pt x="10376" y="24688"/>
                  </a:lnTo>
                  <a:lnTo>
                    <a:pt x="12074" y="26290"/>
                  </a:lnTo>
                  <a:lnTo>
                    <a:pt x="13277" y="27377"/>
                  </a:lnTo>
                  <a:lnTo>
                    <a:pt x="14311" y="28484"/>
                  </a:lnTo>
                  <a:lnTo>
                    <a:pt x="16069" y="28296"/>
                  </a:lnTo>
                  <a:cubicBezTo>
                    <a:pt x="16105" y="27990"/>
                    <a:pt x="16140" y="27683"/>
                    <a:pt x="16176" y="27377"/>
                  </a:cubicBezTo>
                  <a:lnTo>
                    <a:pt x="16956" y="25617"/>
                  </a:lnTo>
                  <a:lnTo>
                    <a:pt x="17451" y="23917"/>
                  </a:lnTo>
                  <a:lnTo>
                    <a:pt x="17861" y="22711"/>
                  </a:lnTo>
                  <a:lnTo>
                    <a:pt x="18498" y="21782"/>
                  </a:lnTo>
                  <a:lnTo>
                    <a:pt x="19319" y="20477"/>
                  </a:lnTo>
                  <a:lnTo>
                    <a:pt x="20848" y="19548"/>
                  </a:lnTo>
                  <a:lnTo>
                    <a:pt x="22306" y="19508"/>
                  </a:lnTo>
                  <a:lnTo>
                    <a:pt x="23622" y="19451"/>
                  </a:lnTo>
                  <a:lnTo>
                    <a:pt x="24443" y="18937"/>
                  </a:lnTo>
                  <a:lnTo>
                    <a:pt x="25618" y="18997"/>
                  </a:lnTo>
                  <a:lnTo>
                    <a:pt x="26316" y="17524"/>
                  </a:lnTo>
                  <a:lnTo>
                    <a:pt x="24910" y="15735"/>
                  </a:lnTo>
                  <a:lnTo>
                    <a:pt x="23990" y="14331"/>
                  </a:lnTo>
                  <a:cubicBezTo>
                    <a:pt x="23877" y="13823"/>
                    <a:pt x="23763" y="13316"/>
                    <a:pt x="23650" y="12808"/>
                  </a:cubicBezTo>
                  <a:cubicBezTo>
                    <a:pt x="23579" y="12386"/>
                    <a:pt x="23509" y="11965"/>
                    <a:pt x="23438" y="11543"/>
                  </a:cubicBezTo>
                  <a:cubicBezTo>
                    <a:pt x="23485" y="10950"/>
                    <a:pt x="23533" y="10357"/>
                    <a:pt x="23580" y="9764"/>
                  </a:cubicBezTo>
                  <a:cubicBezTo>
                    <a:pt x="23635" y="9343"/>
                    <a:pt x="23689" y="8921"/>
                    <a:pt x="23744" y="8500"/>
                  </a:cubicBezTo>
                  <a:lnTo>
                    <a:pt x="22901" y="7788"/>
                  </a:lnTo>
                  <a:lnTo>
                    <a:pt x="21429" y="6780"/>
                  </a:lnTo>
                  <a:lnTo>
                    <a:pt x="20283" y="6088"/>
                  </a:lnTo>
                  <a:lnTo>
                    <a:pt x="19051" y="6246"/>
                  </a:lnTo>
                  <a:lnTo>
                    <a:pt x="18442" y="7590"/>
                  </a:lnTo>
                  <a:lnTo>
                    <a:pt x="17650" y="9152"/>
                  </a:lnTo>
                  <a:lnTo>
                    <a:pt x="16490" y="11188"/>
                  </a:lnTo>
                  <a:lnTo>
                    <a:pt x="15599" y="12158"/>
                  </a:lnTo>
                  <a:lnTo>
                    <a:pt x="14650" y="11288"/>
                  </a:lnTo>
                  <a:lnTo>
                    <a:pt x="14198" y="10339"/>
                  </a:lnTo>
                  <a:lnTo>
                    <a:pt x="13051" y="10240"/>
                  </a:lnTo>
                  <a:cubicBezTo>
                    <a:pt x="13103" y="9845"/>
                    <a:pt x="13154" y="9450"/>
                    <a:pt x="13206" y="9055"/>
                  </a:cubicBezTo>
                  <a:cubicBezTo>
                    <a:pt x="13112" y="8521"/>
                    <a:pt x="13017" y="7987"/>
                    <a:pt x="12923" y="7453"/>
                  </a:cubicBezTo>
                  <a:lnTo>
                    <a:pt x="12400" y="6642"/>
                  </a:lnTo>
                  <a:lnTo>
                    <a:pt x="11523" y="6405"/>
                  </a:lnTo>
                  <a:lnTo>
                    <a:pt x="10532" y="6681"/>
                  </a:lnTo>
                  <a:lnTo>
                    <a:pt x="9470" y="6939"/>
                  </a:lnTo>
                  <a:cubicBezTo>
                    <a:pt x="9428" y="6708"/>
                    <a:pt x="9385" y="6478"/>
                    <a:pt x="9343" y="6247"/>
                  </a:cubicBezTo>
                  <a:lnTo>
                    <a:pt x="9343" y="5338"/>
                  </a:lnTo>
                  <a:lnTo>
                    <a:pt x="8621" y="4171"/>
                  </a:lnTo>
                  <a:lnTo>
                    <a:pt x="7447" y="2669"/>
                  </a:lnTo>
                  <a:lnTo>
                    <a:pt x="6286" y="1404"/>
                  </a:lnTo>
                  <a:lnTo>
                    <a:pt x="4899" y="60"/>
                  </a:lnTo>
                  <a:lnTo>
                    <a:pt x="3470" y="0"/>
                  </a:lnTo>
                  <a:lnTo>
                    <a:pt x="2975" y="514"/>
                  </a:lnTo>
                  <a:lnTo>
                    <a:pt x="1475" y="514"/>
                  </a:lnTo>
                  <a:lnTo>
                    <a:pt x="795" y="850"/>
                  </a:lnTo>
                  <a:lnTo>
                    <a:pt x="0" y="1024"/>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0" name="Freeform 5"/>
            <p:cNvSpPr/>
            <p:nvPr/>
          </p:nvSpPr>
          <p:spPr bwMode="auto">
            <a:xfrm>
              <a:off x="10362960" y="551520"/>
              <a:ext cx="870840" cy="702360"/>
            </a:xfrm>
            <a:custGeom>
              <a:avLst/>
              <a:gdLst>
                <a:gd name="textAreaLeft" fmla="*/ 0 w 870840"/>
                <a:gd name="textAreaRight" fmla="*/ 871560 w 870840"/>
                <a:gd name="textAreaTop" fmla="*/ 0 h 702360"/>
                <a:gd name="textAreaBottom" fmla="*/ 703080 h 702360"/>
                <a:gd name="GluePoint1X" fmla="*/ 0 w 0"/>
                <a:gd name="GluePoint1Y" fmla="*/ 16854 h 0"/>
                <a:gd name="GluePoint2X" fmla="*/ 1628 w 0"/>
                <a:gd name="GluePoint2Y" fmla="*/ 13929 h 0"/>
                <a:gd name="GluePoint3X" fmla="*/ 3167 w 0"/>
                <a:gd name="GluePoint3Y" fmla="*/ 9901 h 0"/>
                <a:gd name="GluePoint4X" fmla="*/ 6879 w 0"/>
                <a:gd name="GluePoint4Y" fmla="*/ 7703 h 0"/>
                <a:gd name="GluePoint5X" fmla="*/ 9285 w 0"/>
                <a:gd name="GluePoint5Y" fmla="*/ 5508 h 0"/>
                <a:gd name="GluePoint6X" fmla="*/ 9596 w 0"/>
                <a:gd name="GluePoint6Y" fmla="*/ 2142 h 0"/>
                <a:gd name="GluePoint7X" fmla="*/ 12638 w 0"/>
                <a:gd name="GluePoint7Y" fmla="*/ 1100 h 0"/>
                <a:gd name="GluePoint8X" fmla="*/ 16191 w 0"/>
                <a:gd name="GluePoint8Y" fmla="*/ 624 h 0"/>
                <a:gd name="GluePoint9X" fmla="*/ 16389 w 0"/>
                <a:gd name="GluePoint9Y" fmla="*/ 3096 h 0"/>
                <a:gd name="GluePoint10X" fmla="*/ 16799 w 0"/>
                <a:gd name="GluePoint10Y" fmla="*/ 5765 h 0"/>
                <a:gd name="GluePoint11X" fmla="*/ 18641 w 0"/>
                <a:gd name="GluePoint11Y" fmla="*/ 7256 h 0"/>
                <a:gd name="GluePoint12X" fmla="*/ 19361 w 0"/>
                <a:gd name="GluePoint12Y" fmla="*/ 10292 h 0"/>
                <a:gd name="GluePoint13X" fmla="*/ 21597 w 0"/>
                <a:gd name="GluePoint13Y" fmla="*/ 9144 h 0"/>
                <a:gd name="GluePoint14X" fmla="*/ 23593 w 0"/>
                <a:gd name="GluePoint14Y" fmla="*/ 8590 h 0"/>
                <a:gd name="GluePoint15X" fmla="*/ 25331 w 0"/>
                <a:gd name="GluePoint15Y" fmla="*/ 9704 h 0"/>
                <a:gd name="GluePoint16X" fmla="*/ 24018 w 0"/>
                <a:gd name="GluePoint16Y" fmla="*/ 17569 h 0"/>
                <a:gd name="GluePoint17X" fmla="*/ 23720 w 0"/>
                <a:gd name="GluePoint17Y" fmla="*/ 22072 h 0"/>
                <a:gd name="GluePoint18X" fmla="*/ 24308 w 0"/>
                <a:gd name="GluePoint18Y" fmla="*/ 25175 h 0"/>
                <a:gd name="GluePoint19X" fmla="*/ 21993 w 0"/>
                <a:gd name="GluePoint19Y" fmla="*/ 23455 h 0"/>
                <a:gd name="GluePoint20X" fmla="*/ 19615 w 0"/>
                <a:gd name="GluePoint20Y" fmla="*/ 22921 h 0"/>
                <a:gd name="GluePoint21X" fmla="*/ 18214 w 0"/>
                <a:gd name="GluePoint21Y" fmla="*/ 25827 h 0"/>
                <a:gd name="GluePoint22X" fmla="*/ 16163 w 0"/>
                <a:gd name="GluePoint22Y" fmla="*/ 28833 h 0"/>
                <a:gd name="GluePoint23X" fmla="*/ 14762 w 0"/>
                <a:gd name="GluePoint23Y" fmla="*/ 27014 h 0"/>
                <a:gd name="GluePoint24X" fmla="*/ 13770 w 0"/>
                <a:gd name="GluePoint24Y" fmla="*/ 25730 h 0"/>
                <a:gd name="GluePoint25X" fmla="*/ 12964 w 0"/>
                <a:gd name="GluePoint25Y" fmla="*/ 23317 h 0"/>
                <a:gd name="GluePoint26X" fmla="*/ 11096 w 0"/>
                <a:gd name="GluePoint26Y" fmla="*/ 23356 h 0"/>
                <a:gd name="GluePoint27X" fmla="*/ 9907 w 0"/>
                <a:gd name="GluePoint27Y" fmla="*/ 22922 h 0"/>
                <a:gd name="GluePoint28X" fmla="*/ 9185 w 0"/>
                <a:gd name="GluePoint28Y" fmla="*/ 20846 h 0"/>
                <a:gd name="GluePoint29X" fmla="*/ 6850 w 0"/>
                <a:gd name="GluePoint29Y" fmla="*/ 18079 h 0"/>
                <a:gd name="GluePoint30X" fmla="*/ 4034 w 0"/>
                <a:gd name="GluePoint30Y" fmla="*/ 16675 h 0"/>
                <a:gd name="GluePoint31X" fmla="*/ 2039 w 0"/>
                <a:gd name="GluePoint31Y" fmla="*/ 17189 h 0"/>
                <a:gd name="GluePoint32X" fmla="*/ 564 w 0"/>
                <a:gd name="GluePoint32Y" fmla="*/ 17699 h 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Lst>
              <a:rect l="textAreaLeft" t="textAreaTop" r="textAreaRight" b="textAreaBottom"/>
              <a:pathLst>
                <a:path w="25331" h="28833" fill="norm" stroke="1" extrusionOk="0">
                  <a:moveTo>
                    <a:pt x="564" y="17699"/>
                  </a:moveTo>
                  <a:lnTo>
                    <a:pt x="0" y="16854"/>
                  </a:lnTo>
                  <a:lnTo>
                    <a:pt x="666" y="15867"/>
                  </a:lnTo>
                  <a:lnTo>
                    <a:pt x="1628" y="13929"/>
                  </a:lnTo>
                  <a:lnTo>
                    <a:pt x="2648" y="11476"/>
                  </a:lnTo>
                  <a:lnTo>
                    <a:pt x="3167" y="9901"/>
                  </a:lnTo>
                  <a:lnTo>
                    <a:pt x="4628" y="8849"/>
                  </a:lnTo>
                  <a:lnTo>
                    <a:pt x="6879" y="7703"/>
                  </a:lnTo>
                  <a:lnTo>
                    <a:pt x="8592" y="6536"/>
                  </a:lnTo>
                  <a:lnTo>
                    <a:pt x="9285" y="5508"/>
                  </a:lnTo>
                  <a:lnTo>
                    <a:pt x="9738" y="4045"/>
                  </a:lnTo>
                  <a:cubicBezTo>
                    <a:pt x="9691" y="3411"/>
                    <a:pt x="9643" y="2776"/>
                    <a:pt x="9596" y="2142"/>
                  </a:cubicBezTo>
                  <a:lnTo>
                    <a:pt x="10996" y="1495"/>
                  </a:lnTo>
                  <a:lnTo>
                    <a:pt x="12638" y="1100"/>
                  </a:lnTo>
                  <a:lnTo>
                    <a:pt x="15429" y="0"/>
                  </a:lnTo>
                  <a:lnTo>
                    <a:pt x="16191" y="624"/>
                  </a:lnTo>
                  <a:cubicBezTo>
                    <a:pt x="16261" y="1013"/>
                    <a:pt x="16332" y="1401"/>
                    <a:pt x="16402" y="1790"/>
                  </a:cubicBezTo>
                  <a:cubicBezTo>
                    <a:pt x="16398" y="2225"/>
                    <a:pt x="16393" y="2661"/>
                    <a:pt x="16389" y="3096"/>
                  </a:cubicBezTo>
                  <a:lnTo>
                    <a:pt x="16728" y="3886"/>
                  </a:lnTo>
                  <a:cubicBezTo>
                    <a:pt x="16752" y="4512"/>
                    <a:pt x="16775" y="5139"/>
                    <a:pt x="16799" y="5765"/>
                  </a:cubicBezTo>
                  <a:lnTo>
                    <a:pt x="17760" y="6514"/>
                  </a:lnTo>
                  <a:lnTo>
                    <a:pt x="18641" y="7256"/>
                  </a:lnTo>
                  <a:lnTo>
                    <a:pt x="18779" y="9007"/>
                  </a:lnTo>
                  <a:lnTo>
                    <a:pt x="19361" y="10292"/>
                  </a:lnTo>
                  <a:lnTo>
                    <a:pt x="20649" y="10390"/>
                  </a:lnTo>
                  <a:lnTo>
                    <a:pt x="21597" y="9144"/>
                  </a:lnTo>
                  <a:lnTo>
                    <a:pt x="22772" y="7936"/>
                  </a:lnTo>
                  <a:lnTo>
                    <a:pt x="23593" y="8590"/>
                  </a:lnTo>
                  <a:lnTo>
                    <a:pt x="24484" y="8411"/>
                  </a:lnTo>
                  <a:lnTo>
                    <a:pt x="25331" y="9704"/>
                  </a:lnTo>
                  <a:lnTo>
                    <a:pt x="22954" y="13533"/>
                  </a:lnTo>
                  <a:lnTo>
                    <a:pt x="24018" y="17569"/>
                  </a:lnTo>
                  <a:lnTo>
                    <a:pt x="23196" y="20451"/>
                  </a:lnTo>
                  <a:lnTo>
                    <a:pt x="23720" y="22072"/>
                  </a:lnTo>
                  <a:lnTo>
                    <a:pt x="24385" y="23732"/>
                  </a:lnTo>
                  <a:cubicBezTo>
                    <a:pt x="24359" y="24213"/>
                    <a:pt x="24334" y="24694"/>
                    <a:pt x="24308" y="25175"/>
                  </a:cubicBezTo>
                  <a:lnTo>
                    <a:pt x="23465" y="24463"/>
                  </a:lnTo>
                  <a:lnTo>
                    <a:pt x="21993" y="23455"/>
                  </a:lnTo>
                  <a:lnTo>
                    <a:pt x="20847" y="22763"/>
                  </a:lnTo>
                  <a:lnTo>
                    <a:pt x="19615" y="22921"/>
                  </a:lnTo>
                  <a:lnTo>
                    <a:pt x="19006" y="24265"/>
                  </a:lnTo>
                  <a:lnTo>
                    <a:pt x="18214" y="25827"/>
                  </a:lnTo>
                  <a:lnTo>
                    <a:pt x="17054" y="27863"/>
                  </a:lnTo>
                  <a:lnTo>
                    <a:pt x="16163" y="28833"/>
                  </a:lnTo>
                  <a:lnTo>
                    <a:pt x="15214" y="27963"/>
                  </a:lnTo>
                  <a:lnTo>
                    <a:pt x="14762" y="27014"/>
                  </a:lnTo>
                  <a:lnTo>
                    <a:pt x="13615" y="26915"/>
                  </a:lnTo>
                  <a:cubicBezTo>
                    <a:pt x="13667" y="26520"/>
                    <a:pt x="13718" y="26125"/>
                    <a:pt x="13770" y="25730"/>
                  </a:cubicBezTo>
                  <a:cubicBezTo>
                    <a:pt x="13676" y="25196"/>
                    <a:pt x="13581" y="24662"/>
                    <a:pt x="13487" y="24128"/>
                  </a:cubicBezTo>
                  <a:lnTo>
                    <a:pt x="12964" y="23317"/>
                  </a:lnTo>
                  <a:lnTo>
                    <a:pt x="12087" y="23080"/>
                  </a:lnTo>
                  <a:lnTo>
                    <a:pt x="11096" y="23356"/>
                  </a:lnTo>
                  <a:lnTo>
                    <a:pt x="10034" y="23614"/>
                  </a:lnTo>
                  <a:cubicBezTo>
                    <a:pt x="9992" y="23383"/>
                    <a:pt x="9949" y="23153"/>
                    <a:pt x="9907" y="22922"/>
                  </a:cubicBezTo>
                  <a:lnTo>
                    <a:pt x="9907" y="22013"/>
                  </a:lnTo>
                  <a:lnTo>
                    <a:pt x="9185" y="20846"/>
                  </a:lnTo>
                  <a:lnTo>
                    <a:pt x="8011" y="19344"/>
                  </a:lnTo>
                  <a:lnTo>
                    <a:pt x="6850" y="18079"/>
                  </a:lnTo>
                  <a:lnTo>
                    <a:pt x="5463" y="16735"/>
                  </a:lnTo>
                  <a:lnTo>
                    <a:pt x="4034" y="16675"/>
                  </a:lnTo>
                  <a:lnTo>
                    <a:pt x="3539" y="17189"/>
                  </a:lnTo>
                  <a:lnTo>
                    <a:pt x="2039" y="17189"/>
                  </a:lnTo>
                  <a:lnTo>
                    <a:pt x="1359" y="17525"/>
                  </a:lnTo>
                  <a:lnTo>
                    <a:pt x="564" y="17699"/>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1" name="Freeform 5"/>
            <p:cNvSpPr/>
            <p:nvPr/>
          </p:nvSpPr>
          <p:spPr bwMode="auto">
            <a:xfrm>
              <a:off x="10078200" y="1014120"/>
              <a:ext cx="1164960" cy="1737720"/>
            </a:xfrm>
            <a:custGeom>
              <a:avLst/>
              <a:gdLst>
                <a:gd name="textAreaLeft" fmla="*/ 0 w 1164960"/>
                <a:gd name="textAreaRight" fmla="*/ 1165680 w 1164960"/>
                <a:gd name="textAreaTop" fmla="*/ 0 h 1737720"/>
                <a:gd name="textAreaBottom" fmla="*/ 1738440 h 1737720"/>
                <a:gd name="GluePoint1X" fmla="*/ 9169 w 0"/>
                <a:gd name="GluePoint1Y" fmla="*/ 0 h 0"/>
                <a:gd name="GluePoint2X" fmla="*/ 9637 w 0"/>
                <a:gd name="GluePoint2Y" fmla="*/ 2493 h 0"/>
                <a:gd name="GluePoint3X" fmla="*/ 10982 w 0"/>
                <a:gd name="GluePoint3Y" fmla="*/ 3461 h 0"/>
                <a:gd name="GluePoint4X" fmla="*/ 12285 w 0"/>
                <a:gd name="GluePoint4Y" fmla="*/ 4568 h 0"/>
                <a:gd name="GluePoint5X" fmla="*/ 12893 w 0"/>
                <a:gd name="GluePoint5Y" fmla="*/ 7600 h 0"/>
                <a:gd name="GluePoint6X" fmla="*/ 14591 w 0"/>
                <a:gd name="GluePoint6Y" fmla="*/ 9450 h 0"/>
                <a:gd name="GluePoint7X" fmla="*/ 14421 w 0"/>
                <a:gd name="GluePoint7Y" fmla="*/ 12238 h 0"/>
                <a:gd name="GluePoint8X" fmla="*/ 14846 w 0"/>
                <a:gd name="GluePoint8Y" fmla="*/ 16844 h 0"/>
                <a:gd name="GluePoint9X" fmla="*/ 15893 w 0"/>
                <a:gd name="GluePoint9Y" fmla="*/ 18524 h 0"/>
                <a:gd name="GluePoint10X" fmla="*/ 17082 w 0"/>
                <a:gd name="GluePoint10Y" fmla="*/ 21371 h 0"/>
                <a:gd name="GluePoint11X" fmla="*/ 19261 w 0"/>
                <a:gd name="GluePoint11Y" fmla="*/ 22397 h 0"/>
                <a:gd name="GluePoint12X" fmla="*/ 22162 w 0"/>
                <a:gd name="GluePoint12Y" fmla="*/ 25086 h 0"/>
                <a:gd name="GluePoint13X" fmla="*/ 24954 w 0"/>
                <a:gd name="GluePoint13Y" fmla="*/ 26005 h 0"/>
                <a:gd name="GluePoint14X" fmla="*/ 26127 w 0"/>
                <a:gd name="GluePoint14Y" fmla="*/ 27765 h 0"/>
                <a:gd name="GluePoint15X" fmla="*/ 26747 w 0"/>
                <a:gd name="GluePoint15Y" fmla="*/ 29099 h 0"/>
                <a:gd name="GluePoint16X" fmla="*/ 27314 w 0"/>
                <a:gd name="GluePoint16Y" fmla="*/ 30838 h 0"/>
                <a:gd name="GluePoint17X" fmla="*/ 28659 w 0"/>
                <a:gd name="GluePoint17Y" fmla="*/ 33191 h 0"/>
                <a:gd name="GluePoint18X" fmla="*/ 31772 w 0"/>
                <a:gd name="GluePoint18Y" fmla="*/ 33863 h 0"/>
                <a:gd name="GluePoint19X" fmla="*/ 33263 w 0"/>
                <a:gd name="GluePoint19Y" fmla="*/ 39002 h 0"/>
                <a:gd name="GluePoint20X" fmla="*/ 33612 w 0"/>
                <a:gd name="GluePoint20Y" fmla="*/ 40524 h 0"/>
                <a:gd name="GluePoint21X" fmla="*/ 29961 w 0"/>
                <a:gd name="GluePoint21Y" fmla="*/ 42991 h 0"/>
                <a:gd name="GluePoint22X" fmla="*/ 28969 w 0"/>
                <a:gd name="GluePoint22Y" fmla="*/ 47720 h 0"/>
                <a:gd name="GluePoint23X" fmla="*/ 29932 w 0"/>
                <a:gd name="GluePoint23Y" fmla="*/ 49932 h 0"/>
                <a:gd name="GluePoint24X" fmla="*/ 31206 w 0"/>
                <a:gd name="GluePoint24Y" fmla="*/ 52325 h 0"/>
                <a:gd name="GluePoint25X" fmla="*/ 29381 w 0"/>
                <a:gd name="GluePoint25Y" fmla="*/ 56950 h 0"/>
                <a:gd name="GluePoint26X" fmla="*/ 18525 w 0"/>
                <a:gd name="GluePoint26Y" fmla="*/ 68316 h 0"/>
                <a:gd name="GluePoint27X" fmla="*/ 16799 w 0"/>
                <a:gd name="GluePoint27Y" fmla="*/ 68869 h 0"/>
                <a:gd name="GluePoint28X" fmla="*/ 14331 w 0"/>
                <a:gd name="GluePoint28Y" fmla="*/ 69678 h 0"/>
                <a:gd name="GluePoint29X" fmla="*/ 13784 w 0"/>
                <a:gd name="GluePoint29Y" fmla="*/ 66258 h 0"/>
                <a:gd name="GluePoint30X" fmla="*/ 13372 w 0"/>
                <a:gd name="GluePoint30Y" fmla="*/ 59834 h 0"/>
                <a:gd name="GluePoint31X" fmla="*/ 11815 w 0"/>
                <a:gd name="GluePoint31Y" fmla="*/ 55142 h 0"/>
                <a:gd name="GluePoint32X" fmla="*/ 12878 w 0"/>
                <a:gd name="GluePoint32Y" fmla="*/ 51015 h 0"/>
                <a:gd name="GluePoint33X" fmla="*/ 13023 w 0"/>
                <a:gd name="GluePoint33Y" fmla="*/ 47378 h 0"/>
                <a:gd name="GluePoint34X" fmla="*/ 12193 w 0"/>
                <a:gd name="GluePoint34Y" fmla="*/ 45283 h 0"/>
                <a:gd name="GluePoint35X" fmla="*/ 8982 w 0"/>
                <a:gd name="GluePoint35Y" fmla="*/ 43570 h 0"/>
                <a:gd name="GluePoint36X" fmla="*/ 7114 w 0"/>
                <a:gd name="GluePoint36Y" fmla="*/ 42256 h 0"/>
                <a:gd name="GluePoint37X" fmla="*/ 9726 w 0"/>
                <a:gd name="GluePoint37Y" fmla="*/ 38668 h 0"/>
                <a:gd name="GluePoint38X" fmla="*/ 8609 w 0"/>
                <a:gd name="GluePoint38Y" fmla="*/ 37479 h 0"/>
                <a:gd name="GluePoint39X" fmla="*/ 6835 w 0"/>
                <a:gd name="GluePoint39Y" fmla="*/ 35998 h 0"/>
                <a:gd name="GluePoint40X" fmla="*/ 7967 w 0"/>
                <a:gd name="GluePoint40Y" fmla="*/ 33982 h 0"/>
                <a:gd name="GluePoint41X" fmla="*/ 9680 w 0"/>
                <a:gd name="GluePoint41Y" fmla="*/ 32223 h 0"/>
                <a:gd name="GluePoint42X" fmla="*/ 9142 w 0"/>
                <a:gd name="GluePoint42Y" fmla="*/ 28703 h 0"/>
                <a:gd name="GluePoint43X" fmla="*/ 6891 w 0"/>
                <a:gd name="GluePoint43Y" fmla="*/ 27498 h 0"/>
                <a:gd name="GluePoint44X" fmla="*/ 6157 w 0"/>
                <a:gd name="GluePoint44Y" fmla="*/ 26031 h 0"/>
                <a:gd name="GluePoint45X" fmla="*/ 4797 w 0"/>
                <a:gd name="GluePoint45Y" fmla="*/ 24779 h 0"/>
                <a:gd name="GluePoint46X" fmla="*/ 2970 w 0"/>
                <a:gd name="GluePoint46Y" fmla="*/ 21200 h 0"/>
                <a:gd name="GluePoint47X" fmla="*/ 42 w 0"/>
                <a:gd name="GluePoint47Y" fmla="*/ 17958 h 0"/>
                <a:gd name="GluePoint48X" fmla="*/ 383 w 0"/>
                <a:gd name="GluePoint48Y" fmla="*/ 15424 h 0"/>
                <a:gd name="GluePoint49X" fmla="*/ 1844 w 0"/>
                <a:gd name="GluePoint49Y" fmla="*/ 15302 h 0"/>
                <a:gd name="GluePoint50X" fmla="*/ 3206 w 0"/>
                <a:gd name="GluePoint50Y" fmla="*/ 17063 h 0"/>
                <a:gd name="GluePoint51X" fmla="*/ 5488 w 0"/>
                <a:gd name="GluePoint51Y" fmla="*/ 16649 h 0"/>
                <a:gd name="GluePoint52X" fmla="*/ 6039 w 0"/>
                <a:gd name="GluePoint52Y" fmla="*/ 14536 h 0"/>
                <a:gd name="GluePoint53X" fmla="*/ 6282 w 0"/>
                <a:gd name="GluePoint53Y" fmla="*/ 10364 h 0"/>
                <a:gd name="GluePoint54X" fmla="*/ 5491 w 0"/>
                <a:gd name="GluePoint54Y" fmla="*/ 6368 h 0"/>
                <a:gd name="GluePoint55X" fmla="*/ 5643 w 0"/>
                <a:gd name="GluePoint55Y" fmla="*/ 4609 h 0"/>
                <a:gd name="GluePoint56X" fmla="*/ 4387 w 0"/>
                <a:gd name="GluePoint56Y" fmla="*/ 2454 h 0"/>
                <a:gd name="GluePoint57X" fmla="*/ 5310 w 0"/>
                <a:gd name="GluePoint57Y" fmla="*/ 44 h 0"/>
                <a:gd name="GluePoint58X" fmla="*/ 5907 w 0"/>
                <a:gd name="GluePoint58Y" fmla="*/ 1491 h 0"/>
                <a:gd name="GluePoint59X" fmla="*/ 7312 w 0"/>
                <a:gd name="GluePoint59Y" fmla="*/ 1509 h 0"/>
                <a:gd name="GluePoint60X" fmla="*/ 8078 w 0"/>
                <a:gd name="GluePoint60Y" fmla="*/ 2617 h 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Lst>
              <a:rect l="textAreaLeft" t="textAreaTop" r="textAreaRight" b="textAreaBottom"/>
              <a:pathLst>
                <a:path w="33913" h="71320" fill="norm" stroke="1" extrusionOk="0">
                  <a:moveTo>
                    <a:pt x="8757" y="397"/>
                  </a:moveTo>
                  <a:lnTo>
                    <a:pt x="9169" y="0"/>
                  </a:lnTo>
                  <a:lnTo>
                    <a:pt x="9695" y="594"/>
                  </a:lnTo>
                  <a:cubicBezTo>
                    <a:pt x="9676" y="1227"/>
                    <a:pt x="9656" y="1860"/>
                    <a:pt x="9637" y="2493"/>
                  </a:cubicBezTo>
                  <a:lnTo>
                    <a:pt x="10317" y="2808"/>
                  </a:lnTo>
                  <a:lnTo>
                    <a:pt x="10982" y="3461"/>
                  </a:lnTo>
                  <a:lnTo>
                    <a:pt x="11393" y="3322"/>
                  </a:lnTo>
                  <a:lnTo>
                    <a:pt x="12285" y="4568"/>
                  </a:lnTo>
                  <a:cubicBezTo>
                    <a:pt x="12422" y="5082"/>
                    <a:pt x="12560" y="5595"/>
                    <a:pt x="12697" y="6109"/>
                  </a:cubicBezTo>
                  <a:cubicBezTo>
                    <a:pt x="12762" y="6606"/>
                    <a:pt x="12828" y="7103"/>
                    <a:pt x="12893" y="7600"/>
                  </a:cubicBezTo>
                  <a:lnTo>
                    <a:pt x="13657" y="8284"/>
                  </a:lnTo>
                  <a:lnTo>
                    <a:pt x="14591" y="9450"/>
                  </a:lnTo>
                  <a:lnTo>
                    <a:pt x="14891" y="11247"/>
                  </a:lnTo>
                  <a:lnTo>
                    <a:pt x="14421" y="12238"/>
                  </a:lnTo>
                  <a:lnTo>
                    <a:pt x="14577" y="15896"/>
                  </a:lnTo>
                  <a:cubicBezTo>
                    <a:pt x="14667" y="16212"/>
                    <a:pt x="14756" y="16528"/>
                    <a:pt x="14846" y="16844"/>
                  </a:cubicBezTo>
                  <a:lnTo>
                    <a:pt x="15171" y="17515"/>
                  </a:lnTo>
                  <a:lnTo>
                    <a:pt x="15893" y="18524"/>
                  </a:lnTo>
                  <a:lnTo>
                    <a:pt x="16926" y="19848"/>
                  </a:lnTo>
                  <a:lnTo>
                    <a:pt x="17082" y="21371"/>
                  </a:lnTo>
                  <a:lnTo>
                    <a:pt x="17507" y="22339"/>
                  </a:lnTo>
                  <a:lnTo>
                    <a:pt x="19261" y="22397"/>
                  </a:lnTo>
                  <a:lnTo>
                    <a:pt x="20959" y="23999"/>
                  </a:lnTo>
                  <a:lnTo>
                    <a:pt x="22162" y="25086"/>
                  </a:lnTo>
                  <a:lnTo>
                    <a:pt x="23196" y="26193"/>
                  </a:lnTo>
                  <a:lnTo>
                    <a:pt x="24954" y="26005"/>
                  </a:lnTo>
                  <a:lnTo>
                    <a:pt x="25589" y="26735"/>
                  </a:lnTo>
                  <a:lnTo>
                    <a:pt x="26127" y="27765"/>
                  </a:lnTo>
                  <a:lnTo>
                    <a:pt x="26624" y="28505"/>
                  </a:lnTo>
                  <a:lnTo>
                    <a:pt x="26747" y="29099"/>
                  </a:lnTo>
                  <a:cubicBezTo>
                    <a:pt x="26766" y="29514"/>
                    <a:pt x="26785" y="29930"/>
                    <a:pt x="26804" y="30345"/>
                  </a:cubicBezTo>
                  <a:lnTo>
                    <a:pt x="27314" y="30838"/>
                  </a:lnTo>
                  <a:cubicBezTo>
                    <a:pt x="27271" y="31016"/>
                    <a:pt x="27229" y="31194"/>
                    <a:pt x="27186" y="31372"/>
                  </a:cubicBezTo>
                  <a:lnTo>
                    <a:pt x="28659" y="33191"/>
                  </a:lnTo>
                  <a:lnTo>
                    <a:pt x="30739" y="33210"/>
                  </a:lnTo>
                  <a:lnTo>
                    <a:pt x="31772" y="33863"/>
                  </a:lnTo>
                  <a:lnTo>
                    <a:pt x="33204" y="33751"/>
                  </a:lnTo>
                  <a:cubicBezTo>
                    <a:pt x="33224" y="35501"/>
                    <a:pt x="33243" y="37252"/>
                    <a:pt x="33263" y="39002"/>
                  </a:cubicBezTo>
                  <a:lnTo>
                    <a:pt x="33913" y="39537"/>
                  </a:lnTo>
                  <a:cubicBezTo>
                    <a:pt x="33813" y="39866"/>
                    <a:pt x="33712" y="40195"/>
                    <a:pt x="33612" y="40524"/>
                  </a:cubicBezTo>
                  <a:lnTo>
                    <a:pt x="31942" y="42067"/>
                  </a:lnTo>
                  <a:lnTo>
                    <a:pt x="29961" y="42991"/>
                  </a:lnTo>
                  <a:cubicBezTo>
                    <a:pt x="29970" y="44152"/>
                    <a:pt x="29980" y="45313"/>
                    <a:pt x="29989" y="46474"/>
                  </a:cubicBezTo>
                  <a:lnTo>
                    <a:pt x="28969" y="47720"/>
                  </a:lnTo>
                  <a:lnTo>
                    <a:pt x="28996" y="50153"/>
                  </a:lnTo>
                  <a:lnTo>
                    <a:pt x="29932" y="49932"/>
                  </a:lnTo>
                  <a:lnTo>
                    <a:pt x="31263" y="51336"/>
                  </a:lnTo>
                  <a:cubicBezTo>
                    <a:pt x="31244" y="51666"/>
                    <a:pt x="31225" y="51995"/>
                    <a:pt x="31206" y="52325"/>
                  </a:cubicBezTo>
                  <a:cubicBezTo>
                    <a:pt x="31301" y="52626"/>
                    <a:pt x="31397" y="52927"/>
                    <a:pt x="31492" y="53228"/>
                  </a:cubicBezTo>
                  <a:lnTo>
                    <a:pt x="29381" y="56950"/>
                  </a:lnTo>
                  <a:lnTo>
                    <a:pt x="24951" y="61061"/>
                  </a:lnTo>
                  <a:lnTo>
                    <a:pt x="18525" y="68316"/>
                  </a:lnTo>
                  <a:lnTo>
                    <a:pt x="17535" y="68850"/>
                  </a:lnTo>
                  <a:lnTo>
                    <a:pt x="16799" y="68869"/>
                  </a:lnTo>
                  <a:lnTo>
                    <a:pt x="15125" y="71320"/>
                  </a:lnTo>
                  <a:lnTo>
                    <a:pt x="14331" y="69678"/>
                  </a:lnTo>
                  <a:cubicBezTo>
                    <a:pt x="14295" y="69084"/>
                    <a:pt x="14289" y="68408"/>
                    <a:pt x="14253" y="67814"/>
                  </a:cubicBezTo>
                  <a:lnTo>
                    <a:pt x="13784" y="66258"/>
                  </a:lnTo>
                  <a:lnTo>
                    <a:pt x="13442" y="63059"/>
                  </a:lnTo>
                  <a:cubicBezTo>
                    <a:pt x="13409" y="61857"/>
                    <a:pt x="13405" y="61036"/>
                    <a:pt x="13372" y="59834"/>
                  </a:cubicBezTo>
                  <a:lnTo>
                    <a:pt x="12400" y="57464"/>
                  </a:lnTo>
                  <a:lnTo>
                    <a:pt x="11815" y="55142"/>
                  </a:lnTo>
                  <a:lnTo>
                    <a:pt x="12257" y="53029"/>
                  </a:lnTo>
                  <a:lnTo>
                    <a:pt x="12878" y="51015"/>
                  </a:lnTo>
                  <a:cubicBezTo>
                    <a:pt x="12952" y="50470"/>
                    <a:pt x="13027" y="49924"/>
                    <a:pt x="13101" y="49379"/>
                  </a:cubicBezTo>
                  <a:lnTo>
                    <a:pt x="13023" y="47378"/>
                  </a:lnTo>
                  <a:cubicBezTo>
                    <a:pt x="12949" y="46847"/>
                    <a:pt x="12876" y="46315"/>
                    <a:pt x="12802" y="45784"/>
                  </a:cubicBezTo>
                  <a:lnTo>
                    <a:pt x="12193" y="45283"/>
                  </a:lnTo>
                  <a:lnTo>
                    <a:pt x="10584" y="44371"/>
                  </a:lnTo>
                  <a:lnTo>
                    <a:pt x="8982" y="43570"/>
                  </a:lnTo>
                  <a:lnTo>
                    <a:pt x="7305" y="43585"/>
                  </a:lnTo>
                  <a:cubicBezTo>
                    <a:pt x="7241" y="43142"/>
                    <a:pt x="7178" y="42699"/>
                    <a:pt x="7114" y="42256"/>
                  </a:cubicBezTo>
                  <a:lnTo>
                    <a:pt x="9133" y="40003"/>
                  </a:lnTo>
                  <a:lnTo>
                    <a:pt x="9726" y="38668"/>
                  </a:lnTo>
                  <a:lnTo>
                    <a:pt x="9305" y="38061"/>
                  </a:lnTo>
                  <a:lnTo>
                    <a:pt x="8609" y="37479"/>
                  </a:lnTo>
                  <a:lnTo>
                    <a:pt x="7516" y="37582"/>
                  </a:lnTo>
                  <a:lnTo>
                    <a:pt x="6835" y="35998"/>
                  </a:lnTo>
                  <a:lnTo>
                    <a:pt x="7189" y="35009"/>
                  </a:lnTo>
                  <a:lnTo>
                    <a:pt x="7967" y="33982"/>
                  </a:lnTo>
                  <a:lnTo>
                    <a:pt x="8788" y="33053"/>
                  </a:lnTo>
                  <a:lnTo>
                    <a:pt x="9680" y="32223"/>
                  </a:lnTo>
                  <a:cubicBezTo>
                    <a:pt x="9708" y="31340"/>
                    <a:pt x="9737" y="30456"/>
                    <a:pt x="9765" y="29573"/>
                  </a:cubicBezTo>
                  <a:lnTo>
                    <a:pt x="9142" y="28703"/>
                  </a:lnTo>
                  <a:lnTo>
                    <a:pt x="7854" y="28011"/>
                  </a:lnTo>
                  <a:lnTo>
                    <a:pt x="6891" y="27498"/>
                  </a:lnTo>
                  <a:lnTo>
                    <a:pt x="6456" y="26682"/>
                  </a:lnTo>
                  <a:lnTo>
                    <a:pt x="6157" y="26031"/>
                  </a:lnTo>
                  <a:lnTo>
                    <a:pt x="5618" y="24982"/>
                  </a:lnTo>
                  <a:lnTo>
                    <a:pt x="4797" y="24779"/>
                  </a:lnTo>
                  <a:lnTo>
                    <a:pt x="4209" y="24087"/>
                  </a:lnTo>
                  <a:lnTo>
                    <a:pt x="2970" y="21200"/>
                  </a:lnTo>
                  <a:lnTo>
                    <a:pt x="1286" y="19520"/>
                  </a:lnTo>
                  <a:lnTo>
                    <a:pt x="42" y="17958"/>
                  </a:lnTo>
                  <a:cubicBezTo>
                    <a:pt x="28" y="17490"/>
                    <a:pt x="14" y="17021"/>
                    <a:pt x="0" y="16553"/>
                  </a:cubicBezTo>
                  <a:cubicBezTo>
                    <a:pt x="128" y="16177"/>
                    <a:pt x="255" y="15800"/>
                    <a:pt x="383" y="15424"/>
                  </a:cubicBezTo>
                  <a:lnTo>
                    <a:pt x="1149" y="14810"/>
                  </a:lnTo>
                  <a:lnTo>
                    <a:pt x="1844" y="15302"/>
                  </a:lnTo>
                  <a:lnTo>
                    <a:pt x="2512" y="16133"/>
                  </a:lnTo>
                  <a:lnTo>
                    <a:pt x="3206" y="17063"/>
                  </a:lnTo>
                  <a:lnTo>
                    <a:pt x="4637" y="16609"/>
                  </a:lnTo>
                  <a:lnTo>
                    <a:pt x="5488" y="16649"/>
                  </a:lnTo>
                  <a:lnTo>
                    <a:pt x="6294" y="15775"/>
                  </a:lnTo>
                  <a:cubicBezTo>
                    <a:pt x="6233" y="15558"/>
                    <a:pt x="6100" y="14753"/>
                    <a:pt x="6039" y="14536"/>
                  </a:cubicBezTo>
                  <a:lnTo>
                    <a:pt x="5871" y="11194"/>
                  </a:lnTo>
                  <a:lnTo>
                    <a:pt x="6282" y="10364"/>
                  </a:lnTo>
                  <a:cubicBezTo>
                    <a:pt x="6292" y="9586"/>
                    <a:pt x="6302" y="8807"/>
                    <a:pt x="6312" y="8029"/>
                  </a:cubicBezTo>
                  <a:lnTo>
                    <a:pt x="5491" y="6368"/>
                  </a:lnTo>
                  <a:lnTo>
                    <a:pt x="5704" y="5281"/>
                  </a:lnTo>
                  <a:cubicBezTo>
                    <a:pt x="5684" y="5057"/>
                    <a:pt x="5663" y="4833"/>
                    <a:pt x="5643" y="4609"/>
                  </a:cubicBezTo>
                  <a:lnTo>
                    <a:pt x="4666" y="3739"/>
                  </a:lnTo>
                  <a:lnTo>
                    <a:pt x="4387" y="2454"/>
                  </a:lnTo>
                  <a:lnTo>
                    <a:pt x="4501" y="1011"/>
                  </a:lnTo>
                  <a:lnTo>
                    <a:pt x="5310" y="44"/>
                  </a:lnTo>
                  <a:lnTo>
                    <a:pt x="6061" y="421"/>
                  </a:lnTo>
                  <a:cubicBezTo>
                    <a:pt x="6010" y="778"/>
                    <a:pt x="5958" y="1134"/>
                    <a:pt x="5907" y="1491"/>
                  </a:cubicBezTo>
                  <a:lnTo>
                    <a:pt x="6646" y="1727"/>
                  </a:lnTo>
                  <a:lnTo>
                    <a:pt x="7312" y="1509"/>
                  </a:lnTo>
                  <a:lnTo>
                    <a:pt x="7809" y="2103"/>
                  </a:lnTo>
                  <a:cubicBezTo>
                    <a:pt x="7899" y="2274"/>
                    <a:pt x="7988" y="2446"/>
                    <a:pt x="8078" y="2617"/>
                  </a:cubicBezTo>
                  <a:lnTo>
                    <a:pt x="8757" y="397"/>
                  </a:lnTo>
                  <a:close/>
                </a:path>
              </a:pathLst>
            </a:custGeom>
            <a:solidFill>
              <a:srgbClr val="255AA9"/>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2" name="Freeform 5"/>
            <p:cNvSpPr/>
            <p:nvPr/>
          </p:nvSpPr>
          <p:spPr bwMode="auto">
            <a:xfrm>
              <a:off x="9776880" y="1601280"/>
              <a:ext cx="636840" cy="610200"/>
            </a:xfrm>
            <a:custGeom>
              <a:avLst/>
              <a:gdLst>
                <a:gd name="textAreaLeft" fmla="*/ 0 w 636840"/>
                <a:gd name="textAreaRight" fmla="*/ 637560 w 636840"/>
                <a:gd name="textAreaTop" fmla="*/ 0 h 610200"/>
                <a:gd name="textAreaBottom" fmla="*/ 610920 h 610200"/>
                <a:gd name="GluePoint1X" fmla="*/ 27365164 w 21543"/>
                <a:gd name="GluePoint1Y" fmla="*/ 146383984 h 14764"/>
                <a:gd name="GluePoint2X" fmla="*/ 37118417 w 21543"/>
                <a:gd name="GluePoint2Y" fmla="*/ 176462256 h 14764"/>
                <a:gd name="GluePoint3X" fmla="*/ 35223839 w 21543"/>
                <a:gd name="GluePoint3Y" fmla="*/ 220553097 h 14764"/>
                <a:gd name="GluePoint4X" fmla="*/ 37546780 w 21543"/>
                <a:gd name="GluePoint4Y" fmla="*/ 257753500 h 14764"/>
                <a:gd name="GluePoint5X" fmla="*/ 47283593 w 21543"/>
                <a:gd name="GluePoint5Y" fmla="*/ 283128225 h 14764"/>
                <a:gd name="GluePoint6X" fmla="*/ 54005436 w 21543"/>
                <a:gd name="GluePoint6Y" fmla="*/ 303069970 h 14764"/>
                <a:gd name="GluePoint7X" fmla="*/ 51303426 w 21543"/>
                <a:gd name="GluePoint7Y" fmla="*/ 333579131 h 14764"/>
                <a:gd name="GluePoint8X" fmla="*/ 45603132 w 21543"/>
                <a:gd name="GluePoint8Y" fmla="*/ 357794263 h 14764"/>
                <a:gd name="GluePoint9X" fmla="*/ 23065105 w 21543"/>
                <a:gd name="GluePoint9Y" fmla="*/ 355177257 h 14764"/>
                <a:gd name="GluePoint10X" fmla="*/ 9703827 w 21543"/>
                <a:gd name="GluePoint10Y" fmla="*/ 362034336 h 14764"/>
                <a:gd name="GluePoint11X" fmla="*/ 0 w 21543"/>
                <a:gd name="GluePoint11Y" fmla="*/ 379061076 h 14764"/>
                <a:gd name="GluePoint12X" fmla="*/ 2224099 w 21543"/>
                <a:gd name="GluePoint12Y" fmla="*/ 403011066 h 14764"/>
                <a:gd name="GluePoint13X" fmla="*/ 15206563 w 21543"/>
                <a:gd name="GluePoint13Y" fmla="*/ 406058778 h 14764"/>
                <a:gd name="GluePoint14X" fmla="*/ 30396566 w 21543"/>
                <a:gd name="GluePoint14Y" fmla="*/ 424278061 h 14764"/>
                <a:gd name="GluePoint15X" fmla="*/ 36311113 w 21543"/>
                <a:gd name="GluePoint15Y" fmla="*/ 450844966 h 14764"/>
                <a:gd name="GluePoint16X" fmla="*/ 34729495 w 21543"/>
                <a:gd name="GluePoint16Y" fmla="*/ 477644154 h 14764"/>
                <a:gd name="GluePoint17X" fmla="*/ 52407259 w 21543"/>
                <a:gd name="GluePoint17Y" fmla="*/ 464824175 h 14764"/>
                <a:gd name="GluePoint18X" fmla="*/ 66938347 w 21543"/>
                <a:gd name="GluePoint18Y" fmla="*/ 478770253 h 14764"/>
                <a:gd name="GluePoint19X" fmla="*/ 89723490 w 21543"/>
                <a:gd name="GluePoint19Y" fmla="*/ 489072620 h 14764"/>
                <a:gd name="GluePoint20X" fmla="*/ 105539538 w 21543"/>
                <a:gd name="GluePoint20Y" fmla="*/ 487350158 h 14764"/>
                <a:gd name="GluePoint21X" fmla="*/ 115160950 w 21543"/>
                <a:gd name="GluePoint21Y" fmla="*/ 475954459 h 14764"/>
                <a:gd name="GluePoint22X" fmla="*/ 112113117 w 21543"/>
                <a:gd name="GluePoint22Y" fmla="*/ 457536753 h 14764"/>
                <a:gd name="GluePoint23X" fmla="*/ 130235675 w 21543"/>
                <a:gd name="GluePoint23Y" fmla="*/ 439217712 h 14764"/>
                <a:gd name="GluePoint24X" fmla="*/ 171209373 w 21543"/>
                <a:gd name="GluePoint24Y" fmla="*/ 407118979 h 14764"/>
                <a:gd name="GluePoint25X" fmla="*/ 212561852 w 21543"/>
                <a:gd name="GluePoint25Y" fmla="*/ 379259863 h 14764"/>
                <a:gd name="GluePoint26X" fmla="*/ 244490605 w 21543"/>
                <a:gd name="GluePoint26Y" fmla="*/ 359814906 h 14764"/>
                <a:gd name="GluePoint27X" fmla="*/ 275332021 w 21543"/>
                <a:gd name="GluePoint27Y" fmla="*/ 325165064 h 14764"/>
                <a:gd name="GluePoint28X" fmla="*/ 300390668 w 21543"/>
                <a:gd name="GluePoint28Y" fmla="*/ 293629198 h 14764"/>
                <a:gd name="GluePoint29X" fmla="*/ 303224255 w 21543"/>
                <a:gd name="GluePoint29Y" fmla="*/ 274879815 h 14764"/>
                <a:gd name="GluePoint30X" fmla="*/ 311824373 w 21543"/>
                <a:gd name="GluePoint30Y" fmla="*/ 263683086 h 14764"/>
                <a:gd name="GluePoint31X" fmla="*/ 298874903 w 21543"/>
                <a:gd name="GluePoint31Y" fmla="*/ 232610875 h 14764"/>
                <a:gd name="GluePoint32X" fmla="*/ 305596745 w 21543"/>
                <a:gd name="GluePoint32Y" fmla="*/ 212867918 h 14764"/>
                <a:gd name="GluePoint33X" fmla="*/ 332961902 w 21543"/>
                <a:gd name="GluePoint33Y" fmla="*/ 178516213 h 14764"/>
                <a:gd name="GluePoint34X" fmla="*/ 353522803 w 21543"/>
                <a:gd name="GluePoint34Y" fmla="*/ 159104387 h 14764"/>
                <a:gd name="GluePoint35X" fmla="*/ 354923294 w 21543"/>
                <a:gd name="GluePoint35Y" fmla="*/ 107262150 h 14764"/>
                <a:gd name="GluePoint36X" fmla="*/ 343423607 w 21543"/>
                <a:gd name="GluePoint36Y" fmla="*/ 91229144 h 14764"/>
                <a:gd name="GluePoint37X" fmla="*/ 300176550 w 21543"/>
                <a:gd name="GluePoint37Y" fmla="*/ 67610193 h 14764"/>
                <a:gd name="GluePoint38X" fmla="*/ 275019061 w 21543"/>
                <a:gd name="GluePoint38Y" fmla="*/ 17523714 h 14764"/>
                <a:gd name="GluePoint39X" fmla="*/ 259268801 w 21543"/>
                <a:gd name="GluePoint39Y" fmla="*/ 13813558 h 14764"/>
                <a:gd name="GluePoint40X" fmla="*/ 247900948 w 21543"/>
                <a:gd name="GluePoint40Y" fmla="*/ 0 h 14764"/>
                <a:gd name="GluePoint41X" fmla="*/ 245215497 w 21543"/>
                <a:gd name="GluePoint41Y" fmla="*/ 16364302 h 14764"/>
                <a:gd name="GluePoint42X" fmla="*/ 235857625 w 21543"/>
                <a:gd name="GluePoint42Y" fmla="*/ 33125997 h 14764"/>
                <a:gd name="GluePoint43X" fmla="*/ 230503283 w 21543"/>
                <a:gd name="GluePoint43Y" fmla="*/ 48728467 h 14764"/>
                <a:gd name="GluePoint44X" fmla="*/ 192692852 w 21543"/>
                <a:gd name="GluePoint44Y" fmla="*/ 46111450 h 14764"/>
                <a:gd name="GluePoint45X" fmla="*/ 158622412 w 21543"/>
                <a:gd name="GluePoint45Y" fmla="*/ 45150825 h 14764"/>
                <a:gd name="GluePoint46X" fmla="*/ 141043492 w 21543"/>
                <a:gd name="GluePoint46Y" fmla="*/ 63237594 h 14764"/>
                <a:gd name="GluePoint47X" fmla="*/ 116742567 w 21543"/>
                <a:gd name="GluePoint47Y" fmla="*/ 64231350 h 14764"/>
                <a:gd name="GluePoint48X" fmla="*/ 90629637 w 21543"/>
                <a:gd name="GluePoint48Y" fmla="*/ 63237594 h 14764"/>
                <a:gd name="GluePoint49X" fmla="*/ 69854491 w 21543"/>
                <a:gd name="GluePoint49Y" fmla="*/ 75295372 h 14764"/>
                <a:gd name="GluePoint50X" fmla="*/ 53329966 w 21543"/>
                <a:gd name="GluePoint50Y" fmla="*/ 100007495 h 14764"/>
                <a:gd name="GluePoint51X" fmla="*/ 51501240 w 21543"/>
                <a:gd name="GluePoint51Y" fmla="*/ 125911957 h 14764"/>
                <a:gd name="GluePoint52X" fmla="*/ 45537151 w 21543"/>
                <a:gd name="GluePoint52Y" fmla="*/ 135452305 h 14764"/>
                <a:gd name="GluePoint53X" fmla="*/ 36146417 w 21543"/>
                <a:gd name="GluePoint53Y" fmla="*/ 139891166 h 14764"/>
                <a:gd name="GluePoint54X" fmla="*/ 27365164 w 21543"/>
                <a:gd name="GluePoint54Y" fmla="*/ 146383984 h 147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Lst>
              <a:rect l="textAreaLeft" t="textAreaTop" r="textAreaRight" b="textAreaBottom"/>
              <a:pathLst>
                <a:path w="21543" h="14764" fill="norm" stroke="1" extrusionOk="0">
                  <a:moveTo>
                    <a:pt x="1661" y="4419"/>
                  </a:moveTo>
                  <a:lnTo>
                    <a:pt x="2253" y="5327"/>
                  </a:lnTo>
                  <a:cubicBezTo>
                    <a:pt x="2215" y="5771"/>
                    <a:pt x="2176" y="6214"/>
                    <a:pt x="2138" y="6658"/>
                  </a:cubicBezTo>
                  <a:lnTo>
                    <a:pt x="2279" y="7781"/>
                  </a:lnTo>
                  <a:lnTo>
                    <a:pt x="2870" y="8547"/>
                  </a:lnTo>
                  <a:lnTo>
                    <a:pt x="3278" y="9149"/>
                  </a:lnTo>
                  <a:cubicBezTo>
                    <a:pt x="3223" y="9456"/>
                    <a:pt x="3169" y="9763"/>
                    <a:pt x="3114" y="10070"/>
                  </a:cubicBezTo>
                  <a:lnTo>
                    <a:pt x="2768" y="10801"/>
                  </a:lnTo>
                  <a:lnTo>
                    <a:pt x="1400" y="10722"/>
                  </a:lnTo>
                  <a:lnTo>
                    <a:pt x="589" y="10929"/>
                  </a:lnTo>
                  <a:lnTo>
                    <a:pt x="0" y="11443"/>
                  </a:lnTo>
                  <a:lnTo>
                    <a:pt x="135" y="12166"/>
                  </a:lnTo>
                  <a:lnTo>
                    <a:pt x="923" y="12258"/>
                  </a:lnTo>
                  <a:lnTo>
                    <a:pt x="1845" y="12808"/>
                  </a:lnTo>
                  <a:lnTo>
                    <a:pt x="2204" y="13610"/>
                  </a:lnTo>
                  <a:cubicBezTo>
                    <a:pt x="2172" y="13880"/>
                    <a:pt x="2140" y="14149"/>
                    <a:pt x="2108" y="14419"/>
                  </a:cubicBezTo>
                  <a:lnTo>
                    <a:pt x="3181" y="14032"/>
                  </a:lnTo>
                  <a:lnTo>
                    <a:pt x="4063" y="14453"/>
                  </a:lnTo>
                  <a:lnTo>
                    <a:pt x="5446" y="14764"/>
                  </a:lnTo>
                  <a:lnTo>
                    <a:pt x="6406" y="14712"/>
                  </a:lnTo>
                  <a:lnTo>
                    <a:pt x="6990" y="14368"/>
                  </a:lnTo>
                  <a:cubicBezTo>
                    <a:pt x="6928" y="14183"/>
                    <a:pt x="6867" y="13997"/>
                    <a:pt x="6805" y="13812"/>
                  </a:cubicBezTo>
                  <a:lnTo>
                    <a:pt x="7905" y="13259"/>
                  </a:lnTo>
                  <a:lnTo>
                    <a:pt x="10392" y="12290"/>
                  </a:lnTo>
                  <a:lnTo>
                    <a:pt x="12902" y="11449"/>
                  </a:lnTo>
                  <a:lnTo>
                    <a:pt x="14840" y="10862"/>
                  </a:lnTo>
                  <a:lnTo>
                    <a:pt x="16712" y="9816"/>
                  </a:lnTo>
                  <a:lnTo>
                    <a:pt x="18233" y="8864"/>
                  </a:lnTo>
                  <a:cubicBezTo>
                    <a:pt x="18290" y="8675"/>
                    <a:pt x="18348" y="8487"/>
                    <a:pt x="18405" y="8298"/>
                  </a:cubicBezTo>
                  <a:lnTo>
                    <a:pt x="18927" y="7960"/>
                  </a:lnTo>
                  <a:lnTo>
                    <a:pt x="18141" y="7022"/>
                  </a:lnTo>
                  <a:lnTo>
                    <a:pt x="18549" y="6426"/>
                  </a:lnTo>
                  <a:lnTo>
                    <a:pt x="20210" y="5389"/>
                  </a:lnTo>
                  <a:lnTo>
                    <a:pt x="21458" y="4803"/>
                  </a:lnTo>
                  <a:cubicBezTo>
                    <a:pt x="21486" y="4281"/>
                    <a:pt x="21515" y="3760"/>
                    <a:pt x="21543" y="3238"/>
                  </a:cubicBezTo>
                  <a:lnTo>
                    <a:pt x="20845" y="2754"/>
                  </a:lnTo>
                  <a:lnTo>
                    <a:pt x="18220" y="2041"/>
                  </a:lnTo>
                  <a:lnTo>
                    <a:pt x="16693" y="529"/>
                  </a:lnTo>
                  <a:lnTo>
                    <a:pt x="15737" y="417"/>
                  </a:lnTo>
                  <a:lnTo>
                    <a:pt x="15047" y="0"/>
                  </a:lnTo>
                  <a:cubicBezTo>
                    <a:pt x="14993" y="165"/>
                    <a:pt x="14938" y="329"/>
                    <a:pt x="14884" y="494"/>
                  </a:cubicBezTo>
                  <a:lnTo>
                    <a:pt x="14316" y="1000"/>
                  </a:lnTo>
                  <a:lnTo>
                    <a:pt x="13991" y="1471"/>
                  </a:lnTo>
                  <a:lnTo>
                    <a:pt x="11696" y="1392"/>
                  </a:lnTo>
                  <a:lnTo>
                    <a:pt x="9628" y="1363"/>
                  </a:lnTo>
                  <a:lnTo>
                    <a:pt x="8561" y="1909"/>
                  </a:lnTo>
                  <a:lnTo>
                    <a:pt x="7086" y="1939"/>
                  </a:lnTo>
                  <a:lnTo>
                    <a:pt x="5501" y="1909"/>
                  </a:lnTo>
                  <a:lnTo>
                    <a:pt x="4240" y="2273"/>
                  </a:lnTo>
                  <a:lnTo>
                    <a:pt x="3237" y="3019"/>
                  </a:lnTo>
                  <a:lnTo>
                    <a:pt x="3126" y="3801"/>
                  </a:lnTo>
                  <a:lnTo>
                    <a:pt x="2764" y="4089"/>
                  </a:lnTo>
                  <a:lnTo>
                    <a:pt x="2194" y="4223"/>
                  </a:lnTo>
                  <a:lnTo>
                    <a:pt x="1661" y="4419"/>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3" name="Freeform 5"/>
            <p:cNvSpPr/>
            <p:nvPr/>
          </p:nvSpPr>
          <p:spPr bwMode="auto">
            <a:xfrm>
              <a:off x="8841240" y="1613880"/>
              <a:ext cx="1031400" cy="850320"/>
            </a:xfrm>
            <a:custGeom>
              <a:avLst/>
              <a:gdLst>
                <a:gd name="textAreaLeft" fmla="*/ 0 w 1031400"/>
                <a:gd name="textAreaRight" fmla="*/ 1032120 w 1031400"/>
                <a:gd name="textAreaTop" fmla="*/ 0 h 850320"/>
                <a:gd name="textAreaBottom" fmla="*/ 851040 h 850320"/>
                <a:gd name="GluePoint1X" fmla="*/ 33917 w 0"/>
                <a:gd name="GluePoint1Y" fmla="*/ 4988 h 0"/>
                <a:gd name="GluePoint2X" fmla="*/ 33943 w 0"/>
                <a:gd name="GluePoint2Y" fmla="*/ 7442 h 0"/>
                <a:gd name="GluePoint3X" fmla="*/ 34942 w 0"/>
                <a:gd name="GluePoint3Y" fmla="*/ 8810 h 0"/>
                <a:gd name="GluePoint4X" fmla="*/ 34432 w 0"/>
                <a:gd name="GluePoint4Y" fmla="*/ 10462 h 0"/>
                <a:gd name="GluePoint5X" fmla="*/ 32253 w 0"/>
                <a:gd name="GluePoint5Y" fmla="*/ 10590 h 0"/>
                <a:gd name="GluePoint6X" fmla="*/ 31799 w 0"/>
                <a:gd name="GluePoint6Y" fmla="*/ 11827 h 0"/>
                <a:gd name="GluePoint7X" fmla="*/ 33509 w 0"/>
                <a:gd name="GluePoint7Y" fmla="*/ 12469 h 0"/>
                <a:gd name="GluePoint8X" fmla="*/ 33772 w 0"/>
                <a:gd name="GluePoint8Y" fmla="*/ 14080 h 0"/>
                <a:gd name="GluePoint9X" fmla="*/ 26462 w 0"/>
                <a:gd name="GluePoint9Y" fmla="*/ 17486 h 0"/>
                <a:gd name="GluePoint10X" fmla="*/ 24320 w 0"/>
                <a:gd name="GluePoint10Y" fmla="*/ 18337 h 0"/>
                <a:gd name="GluePoint11X" fmla="*/ 23017 w 0"/>
                <a:gd name="GluePoint11Y" fmla="*/ 18978 h 0"/>
                <a:gd name="GluePoint12X" fmla="*/ 20523 w 0"/>
                <a:gd name="GluePoint12Y" fmla="*/ 18768 h 0"/>
                <a:gd name="GluePoint13X" fmla="*/ 17685 w 0"/>
                <a:gd name="GluePoint13Y" fmla="*/ 19325 h 0"/>
                <a:gd name="GluePoint14X" fmla="*/ 15441 w 0"/>
                <a:gd name="GluePoint14Y" fmla="*/ 19409 h 0"/>
                <a:gd name="GluePoint15X" fmla="*/ 13433 w 0"/>
                <a:gd name="GluePoint15Y" fmla="*/ 18431 h 0"/>
                <a:gd name="GluePoint16X" fmla="*/ 11592 w 0"/>
                <a:gd name="GluePoint16Y" fmla="*/ 19249 h 0"/>
                <a:gd name="GluePoint17X" fmla="*/ 7327 w 0"/>
                <a:gd name="GluePoint17Y" fmla="*/ 20135 h 0"/>
                <a:gd name="GluePoint18X" fmla="*/ 4688 w 0"/>
                <a:gd name="GluePoint18Y" fmla="*/ 20146 h 0"/>
                <a:gd name="GluePoint19X" fmla="*/ 1169 w 0"/>
                <a:gd name="GluePoint19Y" fmla="*/ 19372 h 0"/>
                <a:gd name="GluePoint20X" fmla="*/ 264 w 0"/>
                <a:gd name="GluePoint20Y" fmla="*/ 17603 h 0"/>
                <a:gd name="GluePoint21X" fmla="*/ 1080 w 0"/>
                <a:gd name="GluePoint21Y" fmla="*/ 15763 h 0"/>
                <a:gd name="GluePoint22X" fmla="*/ 1224 w 0"/>
                <a:gd name="GluePoint22Y" fmla="*/ 13470 h 0"/>
                <a:gd name="GluePoint23X" fmla="*/ 3992 w 0"/>
                <a:gd name="GluePoint23Y" fmla="*/ 10161 h 0"/>
                <a:gd name="GluePoint24X" fmla="*/ 5685 w 0"/>
                <a:gd name="GluePoint24Y" fmla="*/ 9176 h 0"/>
                <a:gd name="GluePoint25X" fmla="*/ 7419 w 0"/>
                <a:gd name="GluePoint25Y" fmla="*/ 9363 h 0"/>
                <a:gd name="GluePoint26X" fmla="*/ 9168 w 0"/>
                <a:gd name="GluePoint26Y" fmla="*/ 9389 h 0"/>
                <a:gd name="GluePoint27X" fmla="*/ 10471 w 0"/>
                <a:gd name="GluePoint27Y" fmla="*/ 9804 h 0"/>
                <a:gd name="GluePoint28X" fmla="*/ 12571 w 0"/>
                <a:gd name="GluePoint28Y" fmla="*/ 11104 h 0"/>
                <a:gd name="GluePoint29X" fmla="*/ 14041 w 0"/>
                <a:gd name="GluePoint29Y" fmla="*/ 11568 h 0"/>
                <a:gd name="GluePoint30X" fmla="*/ 16318 w 0"/>
                <a:gd name="GluePoint30Y" fmla="*/ 11100 h 0"/>
                <a:gd name="GluePoint31X" fmla="*/ 17835 w 0"/>
                <a:gd name="GluePoint31Y" fmla="*/ 11461 h 0"/>
                <a:gd name="GluePoint32X" fmla="*/ 18192 w 0"/>
                <a:gd name="GluePoint32Y" fmla="*/ 10891 h 0"/>
                <a:gd name="GluePoint33X" fmla="*/ 19156 w 0"/>
                <a:gd name="GluePoint33Y" fmla="*/ 9016 h 0"/>
                <a:gd name="GluePoint34X" fmla="*/ 20256 w 0"/>
                <a:gd name="GluePoint34Y" fmla="*/ 8113 h 0"/>
                <a:gd name="GluePoint35X" fmla="*/ 19800 w 0"/>
                <a:gd name="GluePoint35Y" fmla="*/ 6951 h 0"/>
                <a:gd name="GluePoint36X" fmla="*/ 17882 w 0"/>
                <a:gd name="GluePoint36Y" fmla="*/ 5904 h 0"/>
                <a:gd name="GluePoint37X" fmla="*/ 18774 w 0"/>
                <a:gd name="GluePoint37Y" fmla="*/ 4526 h 0"/>
                <a:gd name="GluePoint38X" fmla="*/ 21999 w 0"/>
                <a:gd name="GluePoint38Y" fmla="*/ 2883 h 0"/>
                <a:gd name="GluePoint39X" fmla="*/ 22393 w 0"/>
                <a:gd name="GluePoint39Y" fmla="*/ 887 h 0"/>
                <a:gd name="GluePoint40X" fmla="*/ 23386 w 0"/>
                <a:gd name="GluePoint40Y" fmla="*/ 422 h 0"/>
                <a:gd name="GluePoint41X" fmla="*/ 24712 w 0"/>
                <a:gd name="GluePoint41Y" fmla="*/ 1594 h 0"/>
                <a:gd name="GluePoint42X" fmla="*/ 26865 w 0"/>
                <a:gd name="GluePoint42Y" fmla="*/ 2602 h 0"/>
                <a:gd name="GluePoint43X" fmla="*/ 28270 w 0"/>
                <a:gd name="GluePoint43Y" fmla="*/ 3616 h 0"/>
                <a:gd name="GluePoint44X" fmla="*/ 30630 w 0"/>
                <a:gd name="GluePoint44Y" fmla="*/ 3799 h 0"/>
                <a:gd name="GluePoint45X" fmla="*/ 33325 w 0"/>
                <a:gd name="GluePoint45Y" fmla="*/ 4080 h 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Lst>
              <a:rect l="textAreaLeft" t="textAreaTop" r="textAreaRight" b="textAreaBottom"/>
              <a:pathLst>
                <a:path w="34942" h="20511" fill="norm" stroke="1" extrusionOk="0">
                  <a:moveTo>
                    <a:pt x="33325" y="4080"/>
                  </a:moveTo>
                  <a:lnTo>
                    <a:pt x="33917" y="4988"/>
                  </a:lnTo>
                  <a:cubicBezTo>
                    <a:pt x="33879" y="5432"/>
                    <a:pt x="33840" y="5875"/>
                    <a:pt x="33802" y="6319"/>
                  </a:cubicBezTo>
                  <a:lnTo>
                    <a:pt x="33943" y="7442"/>
                  </a:lnTo>
                  <a:lnTo>
                    <a:pt x="34534" y="8208"/>
                  </a:lnTo>
                  <a:lnTo>
                    <a:pt x="34942" y="8810"/>
                  </a:lnTo>
                  <a:cubicBezTo>
                    <a:pt x="34887" y="9117"/>
                    <a:pt x="34833" y="9424"/>
                    <a:pt x="34778" y="9731"/>
                  </a:cubicBezTo>
                  <a:lnTo>
                    <a:pt x="34432" y="10462"/>
                  </a:lnTo>
                  <a:lnTo>
                    <a:pt x="33064" y="10383"/>
                  </a:lnTo>
                  <a:lnTo>
                    <a:pt x="32253" y="10590"/>
                  </a:lnTo>
                  <a:lnTo>
                    <a:pt x="31664" y="11104"/>
                  </a:lnTo>
                  <a:lnTo>
                    <a:pt x="31799" y="11827"/>
                  </a:lnTo>
                  <a:lnTo>
                    <a:pt x="32587" y="11919"/>
                  </a:lnTo>
                  <a:lnTo>
                    <a:pt x="33509" y="12469"/>
                  </a:lnTo>
                  <a:lnTo>
                    <a:pt x="33868" y="13271"/>
                  </a:lnTo>
                  <a:cubicBezTo>
                    <a:pt x="33836" y="13541"/>
                    <a:pt x="33804" y="13810"/>
                    <a:pt x="33772" y="14080"/>
                  </a:cubicBezTo>
                  <a:lnTo>
                    <a:pt x="27042" y="16638"/>
                  </a:lnTo>
                  <a:lnTo>
                    <a:pt x="26462" y="17486"/>
                  </a:lnTo>
                  <a:lnTo>
                    <a:pt x="24821" y="17659"/>
                  </a:lnTo>
                  <a:lnTo>
                    <a:pt x="24320" y="18337"/>
                  </a:lnTo>
                  <a:lnTo>
                    <a:pt x="24392" y="18805"/>
                  </a:lnTo>
                  <a:lnTo>
                    <a:pt x="23017" y="18978"/>
                  </a:lnTo>
                  <a:lnTo>
                    <a:pt x="22354" y="18674"/>
                  </a:lnTo>
                  <a:lnTo>
                    <a:pt x="20523" y="18768"/>
                  </a:lnTo>
                  <a:lnTo>
                    <a:pt x="19340" y="19056"/>
                  </a:lnTo>
                  <a:lnTo>
                    <a:pt x="17685" y="19325"/>
                  </a:lnTo>
                  <a:lnTo>
                    <a:pt x="16507" y="19805"/>
                  </a:lnTo>
                  <a:lnTo>
                    <a:pt x="15441" y="19409"/>
                  </a:lnTo>
                  <a:lnTo>
                    <a:pt x="15079" y="18428"/>
                  </a:lnTo>
                  <a:lnTo>
                    <a:pt x="13433" y="18431"/>
                  </a:lnTo>
                  <a:lnTo>
                    <a:pt x="12186" y="18860"/>
                  </a:lnTo>
                  <a:lnTo>
                    <a:pt x="11592" y="19249"/>
                  </a:lnTo>
                  <a:lnTo>
                    <a:pt x="9102" y="20185"/>
                  </a:lnTo>
                  <a:lnTo>
                    <a:pt x="7327" y="20135"/>
                  </a:lnTo>
                  <a:lnTo>
                    <a:pt x="5806" y="20511"/>
                  </a:lnTo>
                  <a:lnTo>
                    <a:pt x="4688" y="20146"/>
                  </a:lnTo>
                  <a:lnTo>
                    <a:pt x="2746" y="19887"/>
                  </a:lnTo>
                  <a:lnTo>
                    <a:pt x="1169" y="19372"/>
                  </a:lnTo>
                  <a:lnTo>
                    <a:pt x="626" y="18522"/>
                  </a:lnTo>
                  <a:lnTo>
                    <a:pt x="264" y="17603"/>
                  </a:lnTo>
                  <a:lnTo>
                    <a:pt x="0" y="16725"/>
                  </a:lnTo>
                  <a:lnTo>
                    <a:pt x="1080" y="15763"/>
                  </a:lnTo>
                  <a:lnTo>
                    <a:pt x="107" y="15191"/>
                  </a:lnTo>
                  <a:lnTo>
                    <a:pt x="1224" y="13470"/>
                  </a:lnTo>
                  <a:lnTo>
                    <a:pt x="2666" y="11408"/>
                  </a:lnTo>
                  <a:lnTo>
                    <a:pt x="3992" y="10161"/>
                  </a:lnTo>
                  <a:lnTo>
                    <a:pt x="5207" y="9435"/>
                  </a:lnTo>
                  <a:lnTo>
                    <a:pt x="5685" y="9176"/>
                  </a:lnTo>
                  <a:lnTo>
                    <a:pt x="6853" y="8886"/>
                  </a:lnTo>
                  <a:lnTo>
                    <a:pt x="7419" y="9363"/>
                  </a:lnTo>
                  <a:lnTo>
                    <a:pt x="8193" y="9543"/>
                  </a:lnTo>
                  <a:lnTo>
                    <a:pt x="9168" y="9389"/>
                  </a:lnTo>
                  <a:lnTo>
                    <a:pt x="10063" y="9229"/>
                  </a:lnTo>
                  <a:lnTo>
                    <a:pt x="10471" y="9804"/>
                  </a:lnTo>
                  <a:lnTo>
                    <a:pt x="11430" y="10456"/>
                  </a:lnTo>
                  <a:lnTo>
                    <a:pt x="12571" y="11104"/>
                  </a:lnTo>
                  <a:lnTo>
                    <a:pt x="13452" y="11441"/>
                  </a:lnTo>
                  <a:lnTo>
                    <a:pt x="14041" y="11568"/>
                  </a:lnTo>
                  <a:lnTo>
                    <a:pt x="14807" y="11228"/>
                  </a:lnTo>
                  <a:lnTo>
                    <a:pt x="16318" y="11100"/>
                  </a:lnTo>
                  <a:lnTo>
                    <a:pt x="17097" y="11807"/>
                  </a:lnTo>
                  <a:lnTo>
                    <a:pt x="17835" y="11461"/>
                  </a:lnTo>
                  <a:lnTo>
                    <a:pt x="18378" y="11336"/>
                  </a:lnTo>
                  <a:lnTo>
                    <a:pt x="18192" y="10891"/>
                  </a:lnTo>
                  <a:cubicBezTo>
                    <a:pt x="18167" y="10516"/>
                    <a:pt x="18143" y="10141"/>
                    <a:pt x="18118" y="9766"/>
                  </a:cubicBezTo>
                  <a:lnTo>
                    <a:pt x="19156" y="9016"/>
                  </a:lnTo>
                  <a:lnTo>
                    <a:pt x="19560" y="8368"/>
                  </a:lnTo>
                  <a:lnTo>
                    <a:pt x="20256" y="8113"/>
                  </a:lnTo>
                  <a:lnTo>
                    <a:pt x="19996" y="7511"/>
                  </a:lnTo>
                  <a:cubicBezTo>
                    <a:pt x="19931" y="7324"/>
                    <a:pt x="19865" y="7138"/>
                    <a:pt x="19800" y="6951"/>
                  </a:cubicBezTo>
                  <a:lnTo>
                    <a:pt x="18476" y="6365"/>
                  </a:lnTo>
                  <a:lnTo>
                    <a:pt x="17882" y="5904"/>
                  </a:lnTo>
                  <a:lnTo>
                    <a:pt x="17714" y="5171"/>
                  </a:lnTo>
                  <a:lnTo>
                    <a:pt x="18774" y="4526"/>
                  </a:lnTo>
                  <a:lnTo>
                    <a:pt x="20269" y="3715"/>
                  </a:lnTo>
                  <a:lnTo>
                    <a:pt x="21999" y="2883"/>
                  </a:lnTo>
                  <a:cubicBezTo>
                    <a:pt x="21981" y="2336"/>
                    <a:pt x="21962" y="1788"/>
                    <a:pt x="21944" y="1241"/>
                  </a:cubicBezTo>
                  <a:lnTo>
                    <a:pt x="22393" y="887"/>
                  </a:lnTo>
                  <a:cubicBezTo>
                    <a:pt x="22443" y="591"/>
                    <a:pt x="22492" y="296"/>
                    <a:pt x="22542" y="0"/>
                  </a:cubicBezTo>
                  <a:lnTo>
                    <a:pt x="23386" y="422"/>
                  </a:lnTo>
                  <a:cubicBezTo>
                    <a:pt x="23409" y="630"/>
                    <a:pt x="23433" y="839"/>
                    <a:pt x="23456" y="1047"/>
                  </a:cubicBezTo>
                  <a:lnTo>
                    <a:pt x="24712" y="1594"/>
                  </a:lnTo>
                  <a:lnTo>
                    <a:pt x="26396" y="2029"/>
                  </a:lnTo>
                  <a:lnTo>
                    <a:pt x="26865" y="2602"/>
                  </a:lnTo>
                  <a:lnTo>
                    <a:pt x="27310" y="3331"/>
                  </a:lnTo>
                  <a:lnTo>
                    <a:pt x="28270" y="3616"/>
                  </a:lnTo>
                  <a:lnTo>
                    <a:pt x="29229" y="3773"/>
                  </a:lnTo>
                  <a:lnTo>
                    <a:pt x="30630" y="3799"/>
                  </a:lnTo>
                  <a:lnTo>
                    <a:pt x="32776" y="3878"/>
                  </a:lnTo>
                  <a:lnTo>
                    <a:pt x="33325" y="4080"/>
                  </a:lnTo>
                  <a:close/>
                </a:path>
              </a:pathLst>
            </a:custGeom>
            <a:solidFill>
              <a:srgbClr val="245AAA"/>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4" name="Freeform 5" descr="casablanca"/>
            <p:cNvSpPr/>
            <p:nvPr/>
          </p:nvSpPr>
          <p:spPr bwMode="auto">
            <a:xfrm>
              <a:off x="9040680" y="1337400"/>
              <a:ext cx="475920" cy="765360"/>
            </a:xfrm>
            <a:custGeom>
              <a:avLst/>
              <a:gdLst>
                <a:gd name="textAreaLeft" fmla="*/ 0 w 475920"/>
                <a:gd name="textAreaRight" fmla="*/ 476640 w 475920"/>
                <a:gd name="textAreaTop" fmla="*/ 0 h 765360"/>
                <a:gd name="textAreaBottom" fmla="*/ 766080 h 765360"/>
                <a:gd name="GluePoint1X" fmla="*/ 1984750 w 16129"/>
                <a:gd name="GluePoint1Y" fmla="*/ 1117492 h 18509"/>
                <a:gd name="GluePoint2X" fmla="*/ 1941112 w 16129"/>
                <a:gd name="GluePoint2Y" fmla="*/ 1000647 h 18509"/>
                <a:gd name="GluePoint3X" fmla="*/ 1885153 w 16129"/>
                <a:gd name="GluePoint3Y" fmla="*/ 890718 h 18509"/>
                <a:gd name="GluePoint4X" fmla="*/ 1873088 w 16129"/>
                <a:gd name="GluePoint4Y" fmla="*/ 538180 h 18509"/>
                <a:gd name="GluePoint5X" fmla="*/ 1948428 w 16129"/>
                <a:gd name="GluePoint5Y" fmla="*/ 428797 h 18509"/>
                <a:gd name="GluePoint6X" fmla="*/ 2005542 w 16129"/>
                <a:gd name="GluePoint6Y" fmla="*/ 337614 h 18509"/>
                <a:gd name="GluePoint7X" fmla="*/ 2070100 w 16129"/>
                <a:gd name="GluePoint7Y" fmla="*/ 265359 h 18509"/>
                <a:gd name="GluePoint8X" fmla="*/ 2064196 w 16129"/>
                <a:gd name="GluePoint8Y" fmla="*/ 0 h 18509"/>
                <a:gd name="GluePoint9X" fmla="*/ 1518980 w 16129"/>
                <a:gd name="GluePoint9Y" fmla="*/ 332336 h 18509"/>
                <a:gd name="GluePoint10X" fmla="*/ 1012012 w 16129"/>
                <a:gd name="GluePoint10Y" fmla="*/ 600425 h 18509"/>
                <a:gd name="GluePoint11X" fmla="*/ 929228 w 16129"/>
                <a:gd name="GluePoint11Y" fmla="*/ 877250 h 18509"/>
                <a:gd name="GluePoint12X" fmla="*/ 716173 w 16129"/>
                <a:gd name="GluePoint12Y" fmla="*/ 1152437 h 18509"/>
                <a:gd name="GluePoint13X" fmla="*/ 413147 w 16129"/>
                <a:gd name="GluePoint13Y" fmla="*/ 1411971 h 18509"/>
                <a:gd name="GluePoint14X" fmla="*/ 121801 w 16129"/>
                <a:gd name="GluePoint14Y" fmla="*/ 1697715 h 18509"/>
                <a:gd name="GluePoint15X" fmla="*/ 23487 w 16129"/>
                <a:gd name="GluePoint15Y" fmla="*/ 1836400 h 18509"/>
                <a:gd name="GluePoint16X" fmla="*/ 125138 w 16129"/>
                <a:gd name="GluePoint16Y" fmla="*/ 1916299 h 18509"/>
                <a:gd name="GluePoint17X" fmla="*/ 35937 w 16129"/>
                <a:gd name="GluePoint17Y" fmla="*/ 2052254 h 18509"/>
                <a:gd name="GluePoint18X" fmla="*/ 58013 w 16129"/>
                <a:gd name="GluePoint18Y" fmla="*/ 2177836 h 18509"/>
                <a:gd name="GluePoint19X" fmla="*/ 134764 w 16129"/>
                <a:gd name="GluePoint19Y" fmla="*/ 2280303 h 18509"/>
                <a:gd name="GluePoint20X" fmla="*/ 94848 w 16129"/>
                <a:gd name="GluePoint20Y" fmla="*/ 2322163 h 18509"/>
                <a:gd name="GluePoint21X" fmla="*/ 73671 w 16129"/>
                <a:gd name="GluePoint21Y" fmla="*/ 2395510 h 18509"/>
                <a:gd name="GluePoint22X" fmla="*/ 38119 w 16129"/>
                <a:gd name="GluePoint22Y" fmla="*/ 2503619 h 18509"/>
                <a:gd name="GluePoint23X" fmla="*/ 0 w 16129"/>
                <a:gd name="GluePoint23Y" fmla="*/ 2692537 h 18509"/>
                <a:gd name="GluePoint24X" fmla="*/ 15530 w 16129"/>
                <a:gd name="GluePoint24Y" fmla="*/ 2837047 h 18509"/>
                <a:gd name="GluePoint25X" fmla="*/ 88174 w 16129"/>
                <a:gd name="GluePoint25Y" fmla="*/ 2923862 h 18509"/>
                <a:gd name="GluePoint26X" fmla="*/ 187514 w 16129"/>
                <a:gd name="GluePoint26Y" fmla="*/ 2956622 h 18509"/>
                <a:gd name="GluePoint27X" fmla="*/ 312652 w 16129"/>
                <a:gd name="GluePoint27Y" fmla="*/ 2928594 h 18509"/>
                <a:gd name="GluePoint28X" fmla="*/ 427522 w 16129"/>
                <a:gd name="GluePoint28Y" fmla="*/ 2899473 h 18509"/>
                <a:gd name="GluePoint29X" fmla="*/ 479887 w 16129"/>
                <a:gd name="GluePoint29Y" fmla="*/ 3004125 h 18509"/>
                <a:gd name="GluePoint30X" fmla="*/ 602972 w 16129"/>
                <a:gd name="GluePoint30Y" fmla="*/ 3122790 h 18509"/>
                <a:gd name="GluePoint31X" fmla="*/ 749415 w 16129"/>
                <a:gd name="GluePoint31Y" fmla="*/ 3240728 h 18509"/>
                <a:gd name="GluePoint32X" fmla="*/ 862488 w 16129"/>
                <a:gd name="GluePoint32Y" fmla="*/ 3302062 h 18509"/>
                <a:gd name="GluePoint33X" fmla="*/ 938084 w 16129"/>
                <a:gd name="GluePoint33Y" fmla="*/ 3325177 h 18509"/>
                <a:gd name="GluePoint34X" fmla="*/ 1036398 w 16129"/>
                <a:gd name="GluePoint34Y" fmla="*/ 3263296 h 18509"/>
                <a:gd name="GluePoint35X" fmla="*/ 1230329 w 16129"/>
                <a:gd name="GluePoint35Y" fmla="*/ 3240000 h 18509"/>
                <a:gd name="GluePoint36X" fmla="*/ 1330311 w 16129"/>
                <a:gd name="GluePoint36Y" fmla="*/ 3368675 h 18509"/>
                <a:gd name="GluePoint37X" fmla="*/ 1425031 w 16129"/>
                <a:gd name="GluePoint37Y" fmla="*/ 3305702 h 18509"/>
                <a:gd name="GluePoint38X" fmla="*/ 1494723 w 16129"/>
                <a:gd name="GluePoint38Y" fmla="*/ 3282952 h 18509"/>
                <a:gd name="GluePoint39X" fmla="*/ 1470851 w 16129"/>
                <a:gd name="GluePoint39Y" fmla="*/ 3201961 h 18509"/>
                <a:gd name="GluePoint40X" fmla="*/ 1461353 w 16129"/>
                <a:gd name="GluePoint40Y" fmla="*/ 2997209 h 18509"/>
                <a:gd name="GluePoint41X" fmla="*/ 1594576 w 16129"/>
                <a:gd name="GluePoint41Y" fmla="*/ 2860707 h 18509"/>
                <a:gd name="GluePoint42X" fmla="*/ 1646428 w 16129"/>
                <a:gd name="GluePoint42Y" fmla="*/ 2742770 h 18509"/>
                <a:gd name="GluePoint43X" fmla="*/ 1735758 w 16129"/>
                <a:gd name="GluePoint43Y" fmla="*/ 2696359 h 18509"/>
                <a:gd name="GluePoint44X" fmla="*/ 1702387 w 16129"/>
                <a:gd name="GluePoint44Y" fmla="*/ 2586794 h 18509"/>
                <a:gd name="GluePoint45X" fmla="*/ 1677232 w 16129"/>
                <a:gd name="GluePoint45Y" fmla="*/ 2484873 h 18509"/>
                <a:gd name="GluePoint46X" fmla="*/ 1507301 w 16129"/>
                <a:gd name="GluePoint46Y" fmla="*/ 2378220 h 18509"/>
                <a:gd name="GluePoint47X" fmla="*/ 1431063 w 16129"/>
                <a:gd name="GluePoint47Y" fmla="*/ 2294317 h 18509"/>
                <a:gd name="GluePoint48X" fmla="*/ 1409501 w 16129"/>
                <a:gd name="GluePoint48Y" fmla="*/ 2160910 h 18509"/>
                <a:gd name="GluePoint49X" fmla="*/ 1545548 w 16129"/>
                <a:gd name="GluePoint49Y" fmla="*/ 2043518 h 18509"/>
                <a:gd name="GluePoint50X" fmla="*/ 1737426 w 16129"/>
                <a:gd name="GluePoint50Y" fmla="*/ 1895915 h 18509"/>
                <a:gd name="GluePoint51X" fmla="*/ 1959465 w 16129"/>
                <a:gd name="GluePoint51Y" fmla="*/ 1744489 h 18509"/>
                <a:gd name="GluePoint52X" fmla="*/ 1952406 w 16129"/>
                <a:gd name="GluePoint52Y" fmla="*/ 1445642 h 18509"/>
                <a:gd name="GluePoint53X" fmla="*/ 2010034 w 16129"/>
                <a:gd name="GluePoint53Y" fmla="*/ 1381213 h 18509"/>
                <a:gd name="GluePoint54X" fmla="*/ 2029157 w 16129"/>
                <a:gd name="GluePoint54Y" fmla="*/ 1219777 h 18509"/>
                <a:gd name="GluePoint55X" fmla="*/ 1984750 w 16129"/>
                <a:gd name="GluePoint55Y" fmla="*/ 1117492 h 1850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Lst>
              <a:rect l="textAreaLeft" t="textAreaTop" r="textAreaRight" b="textAreaBottom"/>
              <a:pathLst>
                <a:path w="16129" h="18509" fill="norm" stroke="1" extrusionOk="0">
                  <a:moveTo>
                    <a:pt x="15464" y="6140"/>
                  </a:moveTo>
                  <a:lnTo>
                    <a:pt x="15124" y="5498"/>
                  </a:lnTo>
                  <a:lnTo>
                    <a:pt x="14688" y="4894"/>
                  </a:lnTo>
                  <a:cubicBezTo>
                    <a:pt x="14657" y="4248"/>
                    <a:pt x="14625" y="3603"/>
                    <a:pt x="14594" y="2957"/>
                  </a:cubicBezTo>
                  <a:lnTo>
                    <a:pt x="15181" y="2356"/>
                  </a:lnTo>
                  <a:lnTo>
                    <a:pt x="15626" y="1855"/>
                  </a:lnTo>
                  <a:lnTo>
                    <a:pt x="16129" y="1458"/>
                  </a:lnTo>
                  <a:cubicBezTo>
                    <a:pt x="16114" y="972"/>
                    <a:pt x="16098" y="486"/>
                    <a:pt x="16083" y="0"/>
                  </a:cubicBezTo>
                  <a:lnTo>
                    <a:pt x="11835" y="1826"/>
                  </a:lnTo>
                  <a:lnTo>
                    <a:pt x="7885" y="3299"/>
                  </a:lnTo>
                  <a:lnTo>
                    <a:pt x="7240" y="4820"/>
                  </a:lnTo>
                  <a:lnTo>
                    <a:pt x="5580" y="6332"/>
                  </a:lnTo>
                  <a:lnTo>
                    <a:pt x="3219" y="7758"/>
                  </a:lnTo>
                  <a:lnTo>
                    <a:pt x="949" y="9328"/>
                  </a:lnTo>
                  <a:lnTo>
                    <a:pt x="183" y="10090"/>
                  </a:lnTo>
                  <a:lnTo>
                    <a:pt x="975" y="10529"/>
                  </a:lnTo>
                  <a:lnTo>
                    <a:pt x="280" y="11276"/>
                  </a:lnTo>
                  <a:cubicBezTo>
                    <a:pt x="337" y="11506"/>
                    <a:pt x="395" y="11736"/>
                    <a:pt x="452" y="11966"/>
                  </a:cubicBezTo>
                  <a:lnTo>
                    <a:pt x="1050" y="12529"/>
                  </a:lnTo>
                  <a:lnTo>
                    <a:pt x="739" y="12759"/>
                  </a:lnTo>
                  <a:lnTo>
                    <a:pt x="574" y="13162"/>
                  </a:lnTo>
                  <a:lnTo>
                    <a:pt x="297" y="13756"/>
                  </a:lnTo>
                  <a:lnTo>
                    <a:pt x="0" y="14794"/>
                  </a:lnTo>
                  <a:cubicBezTo>
                    <a:pt x="40" y="15059"/>
                    <a:pt x="81" y="15323"/>
                    <a:pt x="121" y="15588"/>
                  </a:cubicBezTo>
                  <a:lnTo>
                    <a:pt x="687" y="16065"/>
                  </a:lnTo>
                  <a:lnTo>
                    <a:pt x="1461" y="16245"/>
                  </a:lnTo>
                  <a:lnTo>
                    <a:pt x="2436" y="16091"/>
                  </a:lnTo>
                  <a:lnTo>
                    <a:pt x="3331" y="15931"/>
                  </a:lnTo>
                  <a:lnTo>
                    <a:pt x="3739" y="16506"/>
                  </a:lnTo>
                  <a:lnTo>
                    <a:pt x="4698" y="17158"/>
                  </a:lnTo>
                  <a:lnTo>
                    <a:pt x="5839" y="17806"/>
                  </a:lnTo>
                  <a:lnTo>
                    <a:pt x="6720" y="18143"/>
                  </a:lnTo>
                  <a:lnTo>
                    <a:pt x="7309" y="18270"/>
                  </a:lnTo>
                  <a:lnTo>
                    <a:pt x="8075" y="17930"/>
                  </a:lnTo>
                  <a:lnTo>
                    <a:pt x="9586" y="17802"/>
                  </a:lnTo>
                  <a:lnTo>
                    <a:pt x="10365" y="18509"/>
                  </a:lnTo>
                  <a:lnTo>
                    <a:pt x="11103" y="18163"/>
                  </a:lnTo>
                  <a:lnTo>
                    <a:pt x="11646" y="18038"/>
                  </a:lnTo>
                  <a:lnTo>
                    <a:pt x="11460" y="17593"/>
                  </a:lnTo>
                  <a:cubicBezTo>
                    <a:pt x="11435" y="17218"/>
                    <a:pt x="11411" y="16843"/>
                    <a:pt x="11386" y="16468"/>
                  </a:cubicBezTo>
                  <a:lnTo>
                    <a:pt x="12424" y="15718"/>
                  </a:lnTo>
                  <a:lnTo>
                    <a:pt x="12828" y="15070"/>
                  </a:lnTo>
                  <a:lnTo>
                    <a:pt x="13524" y="14815"/>
                  </a:lnTo>
                  <a:lnTo>
                    <a:pt x="13264" y="14213"/>
                  </a:lnTo>
                  <a:cubicBezTo>
                    <a:pt x="13199" y="14026"/>
                    <a:pt x="13133" y="13840"/>
                    <a:pt x="13068" y="13653"/>
                  </a:cubicBezTo>
                  <a:lnTo>
                    <a:pt x="11744" y="13067"/>
                  </a:lnTo>
                  <a:lnTo>
                    <a:pt x="11150" y="12606"/>
                  </a:lnTo>
                  <a:lnTo>
                    <a:pt x="10982" y="11873"/>
                  </a:lnTo>
                  <a:lnTo>
                    <a:pt x="12042" y="11228"/>
                  </a:lnTo>
                  <a:lnTo>
                    <a:pt x="13537" y="10417"/>
                  </a:lnTo>
                  <a:lnTo>
                    <a:pt x="15267" y="9585"/>
                  </a:lnTo>
                  <a:cubicBezTo>
                    <a:pt x="15249" y="9038"/>
                    <a:pt x="15230" y="8490"/>
                    <a:pt x="15212" y="7943"/>
                  </a:cubicBezTo>
                  <a:lnTo>
                    <a:pt x="15661" y="7589"/>
                  </a:lnTo>
                  <a:cubicBezTo>
                    <a:pt x="15711" y="7293"/>
                    <a:pt x="15760" y="6998"/>
                    <a:pt x="15810" y="6702"/>
                  </a:cubicBezTo>
                  <a:lnTo>
                    <a:pt x="15464" y="6140"/>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5" name="Freeform 5"/>
            <p:cNvSpPr/>
            <p:nvPr/>
          </p:nvSpPr>
          <p:spPr bwMode="auto">
            <a:xfrm>
              <a:off x="9816840" y="1039320"/>
              <a:ext cx="478080" cy="454680"/>
            </a:xfrm>
            <a:custGeom>
              <a:avLst/>
              <a:gdLst>
                <a:gd name="textAreaLeft" fmla="*/ 0 w 478080"/>
                <a:gd name="textAreaRight" fmla="*/ 478800 w 478080"/>
                <a:gd name="textAreaTop" fmla="*/ 0 h 454680"/>
                <a:gd name="textAreaBottom" fmla="*/ 455400 h 454680"/>
                <a:gd name="GluePoint1X" fmla="*/ 0 w 13991"/>
                <a:gd name="GluePoint1Y" fmla="*/ 78769820 h 18411"/>
                <a:gd name="GluePoint2X" fmla="*/ 18587456 w 13991"/>
                <a:gd name="GluePoint2Y" fmla="*/ 102165083 h 18411"/>
                <a:gd name="GluePoint3X" fmla="*/ 33992378 w 13991"/>
                <a:gd name="GluePoint3Y" fmla="*/ 116787245 h 18411"/>
                <a:gd name="GluePoint4X" fmla="*/ 43429848 w 13991"/>
                <a:gd name="GluePoint4Y" fmla="*/ 122197937 h 18411"/>
                <a:gd name="GluePoint5X" fmla="*/ 59475701 w 13991"/>
                <a:gd name="GluePoint5Y" fmla="*/ 121274519 h 18411"/>
                <a:gd name="GluePoint6X" fmla="*/ 62790823 w 13991"/>
                <a:gd name="GluePoint6Y" fmla="*/ 140040393 h 18411"/>
                <a:gd name="GluePoint7X" fmla="*/ 61508950 w 13991"/>
                <a:gd name="GluePoint7Y" fmla="*/ 164335569 h 18411"/>
                <a:gd name="GluePoint8X" fmla="*/ 71543201 w 13991"/>
                <a:gd name="GluePoint8Y" fmla="*/ 174008612 h 18411"/>
                <a:gd name="GluePoint9X" fmla="*/ 69355069 w 13991"/>
                <a:gd name="GluePoint9Y" fmla="*/ 186558768 h 18411"/>
                <a:gd name="GluePoint10X" fmla="*/ 78792549 w 13991"/>
                <a:gd name="GluePoint10Y" fmla="*/ 197723687 h 18411"/>
                <a:gd name="GluePoint11X" fmla="*/ 121868763 w 13991"/>
                <a:gd name="GluePoint11Y" fmla="*/ 196456843 h 18411"/>
                <a:gd name="GluePoint12X" fmla="*/ 133958262 w 13991"/>
                <a:gd name="GluePoint12Y" fmla="*/ 205431282 h 18411"/>
                <a:gd name="GluePoint13X" fmla="*/ 146224790 w 13991"/>
                <a:gd name="GluePoint13Y" fmla="*/ 217981438 h 18411"/>
                <a:gd name="GluePoint14X" fmla="*/ 157231482 w 13991"/>
                <a:gd name="GluePoint14Y" fmla="*/ 209693632 h 18411"/>
                <a:gd name="GluePoint15X" fmla="*/ 156922014 w 13991"/>
                <a:gd name="GluePoint15Y" fmla="*/ 197948611 h 18411"/>
                <a:gd name="GluePoint16X" fmla="*/ 169497863 w 13991"/>
                <a:gd name="GluePoint16Y" fmla="*/ 197167198 h 18411"/>
                <a:gd name="GluePoint17X" fmla="*/ 169542009 w 13991"/>
                <a:gd name="GluePoint17Y" fmla="*/ 180378415 h 18411"/>
                <a:gd name="GluePoint18X" fmla="*/ 178051212 w 13991"/>
                <a:gd name="GluePoint18Y" fmla="*/ 167484942 h 18411"/>
                <a:gd name="GluePoint19X" fmla="*/ 194516974 w 13991"/>
                <a:gd name="GluePoint19Y" fmla="*/ 160570512 h 18411"/>
                <a:gd name="GluePoint20X" fmla="*/ 211049029 w 13991"/>
                <a:gd name="GluePoint20Y" fmla="*/ 166454883 h 18411"/>
                <a:gd name="GluePoint21X" fmla="*/ 240179081 w 13991"/>
                <a:gd name="GluePoint21Y" fmla="*/ 186724495 h 18411"/>
                <a:gd name="GluePoint22X" fmla="*/ 272580108 w 13991"/>
                <a:gd name="GluePoint22Y" fmla="*/ 181361138 h 18411"/>
                <a:gd name="GluePoint23X" fmla="*/ 290460330 w 13991"/>
                <a:gd name="GluePoint23Y" fmla="*/ 182201747 h 18411"/>
                <a:gd name="GluePoint24X" fmla="*/ 308804754 w 13991"/>
                <a:gd name="GluePoint24Y" fmla="*/ 171759044 h 18411"/>
                <a:gd name="GluePoint25X" fmla="*/ 303036179 w 13991"/>
                <a:gd name="GluePoint25Y" fmla="*/ 157054100 h 18411"/>
                <a:gd name="GluePoint26X" fmla="*/ 299256854 w 13991"/>
                <a:gd name="GluePoint26Y" fmla="*/ 118752583 h 18411"/>
                <a:gd name="GluePoint27X" fmla="*/ 308473138 w 13991"/>
                <a:gd name="GluePoint27Y" fmla="*/ 108321823 h 18411"/>
                <a:gd name="GluePoint28X" fmla="*/ 309224663 w 13991"/>
                <a:gd name="GluePoint28Y" fmla="*/ 81765217 h 18411"/>
                <a:gd name="GluePoint29X" fmla="*/ 291079119 w 13991"/>
                <a:gd name="GluePoint29Y" fmla="*/ 63212406 h 18411"/>
                <a:gd name="GluePoint30X" fmla="*/ 295676410 w 13991"/>
                <a:gd name="GluePoint30Y" fmla="*/ 49478311 h 18411"/>
                <a:gd name="GluePoint31X" fmla="*/ 293775600 w 13991"/>
                <a:gd name="GluePoint31Y" fmla="*/ 41474626 h 18411"/>
                <a:gd name="GluePoint32X" fmla="*/ 272491667 w 13991"/>
                <a:gd name="GluePoint32Y" fmla="*/ 31789723 h 18411"/>
                <a:gd name="GluePoint33X" fmla="*/ 266192743 w 13991"/>
                <a:gd name="GluePoint33Y" fmla="*/ 16966379 h 18411"/>
                <a:gd name="GluePoint34X" fmla="*/ 122553846 w 13991"/>
                <a:gd name="GluePoint34Y" fmla="*/ 18422673 h 18411"/>
                <a:gd name="GluePoint35X" fmla="*/ 111304164 w 13991"/>
                <a:gd name="GluePoint35Y" fmla="*/ 11105726 h 18411"/>
                <a:gd name="GluePoint36X" fmla="*/ 100783711 w 13991"/>
                <a:gd name="GluePoint36Y" fmla="*/ 13757807 h 18411"/>
                <a:gd name="GluePoint37X" fmla="*/ 80560623 w 13991"/>
                <a:gd name="GluePoint37Y" fmla="*/ 0 h 18411"/>
                <a:gd name="GluePoint38X" fmla="*/ 0 w 13991"/>
                <a:gd name="GluePoint38Y" fmla="*/ 78769820 h 1841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textAreaLeft" t="textAreaTop" r="textAreaRight" b="textAreaBottom"/>
              <a:pathLst>
                <a:path w="13991" h="18411" fill="norm" stroke="1" extrusionOk="0">
                  <a:moveTo>
                    <a:pt x="0" y="6653"/>
                  </a:moveTo>
                  <a:lnTo>
                    <a:pt x="841" y="8629"/>
                  </a:lnTo>
                  <a:lnTo>
                    <a:pt x="1538" y="9864"/>
                  </a:lnTo>
                  <a:lnTo>
                    <a:pt x="1965" y="10321"/>
                  </a:lnTo>
                  <a:lnTo>
                    <a:pt x="2691" y="10243"/>
                  </a:lnTo>
                  <a:lnTo>
                    <a:pt x="2841" y="11828"/>
                  </a:lnTo>
                  <a:cubicBezTo>
                    <a:pt x="2822" y="12512"/>
                    <a:pt x="2802" y="13196"/>
                    <a:pt x="2783" y="13880"/>
                  </a:cubicBezTo>
                  <a:lnTo>
                    <a:pt x="3237" y="14697"/>
                  </a:lnTo>
                  <a:cubicBezTo>
                    <a:pt x="3204" y="15050"/>
                    <a:pt x="3171" y="15404"/>
                    <a:pt x="3138" y="15757"/>
                  </a:cubicBezTo>
                  <a:lnTo>
                    <a:pt x="3565" y="16700"/>
                  </a:lnTo>
                  <a:lnTo>
                    <a:pt x="5514" y="16593"/>
                  </a:lnTo>
                  <a:lnTo>
                    <a:pt x="6061" y="17351"/>
                  </a:lnTo>
                  <a:lnTo>
                    <a:pt x="6616" y="18411"/>
                  </a:lnTo>
                  <a:lnTo>
                    <a:pt x="7114" y="17711"/>
                  </a:lnTo>
                  <a:cubicBezTo>
                    <a:pt x="7109" y="17380"/>
                    <a:pt x="7105" y="17050"/>
                    <a:pt x="7100" y="16719"/>
                  </a:cubicBezTo>
                  <a:lnTo>
                    <a:pt x="7669" y="16653"/>
                  </a:lnTo>
                  <a:cubicBezTo>
                    <a:pt x="7670" y="16180"/>
                    <a:pt x="7670" y="15708"/>
                    <a:pt x="7671" y="15235"/>
                  </a:cubicBezTo>
                  <a:lnTo>
                    <a:pt x="8056" y="14146"/>
                  </a:lnTo>
                  <a:lnTo>
                    <a:pt x="8801" y="13562"/>
                  </a:lnTo>
                  <a:lnTo>
                    <a:pt x="9549" y="14059"/>
                  </a:lnTo>
                  <a:lnTo>
                    <a:pt x="10867" y="15771"/>
                  </a:lnTo>
                  <a:lnTo>
                    <a:pt x="12333" y="15318"/>
                  </a:lnTo>
                  <a:lnTo>
                    <a:pt x="13142" y="15389"/>
                  </a:lnTo>
                  <a:lnTo>
                    <a:pt x="13972" y="14507"/>
                  </a:lnTo>
                  <a:lnTo>
                    <a:pt x="13711" y="13265"/>
                  </a:lnTo>
                  <a:lnTo>
                    <a:pt x="13540" y="10030"/>
                  </a:lnTo>
                  <a:lnTo>
                    <a:pt x="13957" y="9149"/>
                  </a:lnTo>
                  <a:cubicBezTo>
                    <a:pt x="13968" y="8401"/>
                    <a:pt x="13980" y="7654"/>
                    <a:pt x="13991" y="6906"/>
                  </a:cubicBezTo>
                  <a:lnTo>
                    <a:pt x="13170" y="5339"/>
                  </a:lnTo>
                  <a:cubicBezTo>
                    <a:pt x="13239" y="4952"/>
                    <a:pt x="13309" y="4566"/>
                    <a:pt x="13378" y="4179"/>
                  </a:cubicBezTo>
                  <a:cubicBezTo>
                    <a:pt x="13349" y="3954"/>
                    <a:pt x="13321" y="3728"/>
                    <a:pt x="13292" y="3503"/>
                  </a:cubicBezTo>
                  <a:lnTo>
                    <a:pt x="12329" y="2685"/>
                  </a:lnTo>
                  <a:lnTo>
                    <a:pt x="12044" y="1433"/>
                  </a:lnTo>
                  <a:lnTo>
                    <a:pt x="5545" y="1556"/>
                  </a:lnTo>
                  <a:lnTo>
                    <a:pt x="5036" y="938"/>
                  </a:lnTo>
                  <a:lnTo>
                    <a:pt x="4560" y="1162"/>
                  </a:lnTo>
                  <a:lnTo>
                    <a:pt x="3645" y="0"/>
                  </a:lnTo>
                  <a:lnTo>
                    <a:pt x="0" y="6653"/>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6" name="Freeform 5" descr="casablanca"/>
            <p:cNvSpPr/>
            <p:nvPr/>
          </p:nvSpPr>
          <p:spPr bwMode="auto">
            <a:xfrm>
              <a:off x="9471600" y="1203840"/>
              <a:ext cx="748440" cy="579240"/>
            </a:xfrm>
            <a:custGeom>
              <a:avLst/>
              <a:gdLst>
                <a:gd name="textAreaLeft" fmla="*/ 0 w 748440"/>
                <a:gd name="textAreaRight" fmla="*/ 749160 w 748440"/>
                <a:gd name="textAreaTop" fmla="*/ 0 h 579240"/>
                <a:gd name="textAreaBottom" fmla="*/ 579960 h 579240"/>
                <a:gd name="GluePoint1X" fmla="*/ 222722112 w 21893"/>
                <a:gd name="GluePoint1Y" fmla="*/ 0 h 23403"/>
                <a:gd name="GluePoint2X" fmla="*/ 241321085 w 21893"/>
                <a:gd name="GluePoint2Y" fmla="*/ 23393386 h 23403"/>
                <a:gd name="GluePoint3X" fmla="*/ 256735335 w 21893"/>
                <a:gd name="GluePoint3Y" fmla="*/ 38014309 h 23403"/>
                <a:gd name="GluePoint4X" fmla="*/ 266178561 w 21893"/>
                <a:gd name="GluePoint4Y" fmla="*/ 43424607 h 23403"/>
                <a:gd name="GluePoint5X" fmla="*/ 282234098 w 21893"/>
                <a:gd name="GluePoint5Y" fmla="*/ 42501185 h 23403"/>
                <a:gd name="GluePoint6X" fmla="*/ 285551482 w 21893"/>
                <a:gd name="GluePoint6Y" fmla="*/ 61265603 h 23403"/>
                <a:gd name="GluePoint7X" fmla="*/ 284268758 w 21893"/>
                <a:gd name="GluePoint7Y" fmla="*/ 85558795 h 23403"/>
                <a:gd name="GluePoint8X" fmla="*/ 294309102 w 21893"/>
                <a:gd name="GluePoint8Y" fmla="*/ 95231070 h 23403"/>
                <a:gd name="GluePoint9X" fmla="*/ 292119622 w 21893"/>
                <a:gd name="GluePoint9Y" fmla="*/ 107780133 h 23403"/>
                <a:gd name="GluePoint10X" fmla="*/ 301562849 w 21893"/>
                <a:gd name="GluePoint10Y" fmla="*/ 118944144 h 23403"/>
                <a:gd name="GluePoint11X" fmla="*/ 344665415 w 21893"/>
                <a:gd name="GluePoint11Y" fmla="*/ 117677443 h 23403"/>
                <a:gd name="GluePoint12X" fmla="*/ 356762430 w 21893"/>
                <a:gd name="GluePoint12Y" fmla="*/ 126651194 h 23403"/>
                <a:gd name="GluePoint13X" fmla="*/ 369036423 w 21893"/>
                <a:gd name="GluePoint13Y" fmla="*/ 139200257 h 23403"/>
                <a:gd name="GluePoint14X" fmla="*/ 380049554 w 21893"/>
                <a:gd name="GluePoint14Y" fmla="*/ 130913171 h 23403"/>
                <a:gd name="GluePoint15X" fmla="*/ 379740213 w 21893"/>
                <a:gd name="GluePoint15Y" fmla="*/ 119169042 h 23403"/>
                <a:gd name="GluePoint16X" fmla="*/ 392323547 w 21893"/>
                <a:gd name="GluePoint16Y" fmla="*/ 118387718 h 23403"/>
                <a:gd name="GluePoint17X" fmla="*/ 419304024 w 21893"/>
                <a:gd name="GluePoint17Y" fmla="*/ 136347079 h 23403"/>
                <a:gd name="GluePoint18X" fmla="*/ 457386567 w 21893"/>
                <a:gd name="GluePoint18Y" fmla="*/ 156117816 h 23403"/>
                <a:gd name="GluePoint19X" fmla="*/ 484168054 w 21893"/>
                <a:gd name="GluePoint19Y" fmla="*/ 189633377 h 23403"/>
                <a:gd name="GluePoint20X" fmla="*/ 481580596 w 21893"/>
                <a:gd name="GluePoint20Y" fmla="*/ 199270182 h 23403"/>
                <a:gd name="GluePoint21X" fmla="*/ 471296795 w 21893"/>
                <a:gd name="GluePoint21Y" fmla="*/ 208800358 h 23403"/>
                <a:gd name="GluePoint22X" fmla="*/ 464463335 w 21893"/>
                <a:gd name="GluePoint22Y" fmla="*/ 218697641 h 23403"/>
                <a:gd name="GluePoint23X" fmla="*/ 425761813 w 21893"/>
                <a:gd name="GluePoint23Y" fmla="*/ 217276982 h 23403"/>
                <a:gd name="GluePoint24X" fmla="*/ 381841054 w 21893"/>
                <a:gd name="GluePoint24Y" fmla="*/ 216696837 h 23403"/>
                <a:gd name="GluePoint25X" fmla="*/ 361738357 w 21893"/>
                <a:gd name="GluePoint25Y" fmla="*/ 227126826 h 23403"/>
                <a:gd name="GluePoint26X" fmla="*/ 333585657 w 21893"/>
                <a:gd name="GluePoint26Y" fmla="*/ 228097579 h 23403"/>
                <a:gd name="GluePoint27X" fmla="*/ 301872487 w 21893"/>
                <a:gd name="GluePoint27Y" fmla="*/ 227257065 h 23403"/>
                <a:gd name="GluePoint28X" fmla="*/ 278408235 w 21893"/>
                <a:gd name="GluePoint28Y" fmla="*/ 234656362 h 23403"/>
                <a:gd name="GluePoint29X" fmla="*/ 259389123 w 21893"/>
                <a:gd name="GluePoint29Y" fmla="*/ 249620447 h 23403"/>
                <a:gd name="GluePoint30X" fmla="*/ 256691165 w 21893"/>
                <a:gd name="GluePoint30Y" fmla="*/ 264904200 h 23403"/>
                <a:gd name="GluePoint31X" fmla="*/ 250675822 w 21893"/>
                <a:gd name="GluePoint31Y" fmla="*/ 270350077 h 23403"/>
                <a:gd name="GluePoint32X" fmla="*/ 239441244 w 21893"/>
                <a:gd name="GluePoint32Y" fmla="*/ 272871728 h 23403"/>
                <a:gd name="GluePoint33X" fmla="*/ 229931688 w 21893"/>
                <a:gd name="GluePoint33Y" fmla="*/ 277062655 h 23403"/>
                <a:gd name="GluePoint34X" fmla="*/ 218166472 w 21893"/>
                <a:gd name="GluePoint34Y" fmla="*/ 273073016 h 23403"/>
                <a:gd name="GluePoint35X" fmla="*/ 178182225 w 21893"/>
                <a:gd name="GluePoint35Y" fmla="*/ 271534087 h 23403"/>
                <a:gd name="GluePoint36X" fmla="*/ 151046744 w 21893"/>
                <a:gd name="GluePoint36Y" fmla="*/ 271001163 h 23403"/>
                <a:gd name="GluePoint37X" fmla="*/ 132890217 w 21893"/>
                <a:gd name="GluePoint37Y" fmla="*/ 267946806 h 23403"/>
                <a:gd name="GluePoint38X" fmla="*/ 114556711 w 21893"/>
                <a:gd name="GluePoint38Y" fmla="*/ 262441739 h 23403"/>
                <a:gd name="GluePoint39X" fmla="*/ 105953910 w 21893"/>
                <a:gd name="GluePoint39Y" fmla="*/ 248637943 h 23403"/>
                <a:gd name="GluePoint40X" fmla="*/ 96930971 w 21893"/>
                <a:gd name="GluePoint40Y" fmla="*/ 236846376 h 23403"/>
                <a:gd name="GluePoint41X" fmla="*/ 65483028 w 21893"/>
                <a:gd name="GluePoint41Y" fmla="*/ 228097579 h 23403"/>
                <a:gd name="GluePoint42X" fmla="*/ 40293903 w 21893"/>
                <a:gd name="GluePoint42Y" fmla="*/ 217336172 h 23403"/>
                <a:gd name="GluePoint43X" fmla="*/ 38922681 w 21893"/>
                <a:gd name="GluePoint43Y" fmla="*/ 204716059 h 23403"/>
                <a:gd name="GluePoint44X" fmla="*/ 23243112 w 21893"/>
                <a:gd name="GluePoint44Y" fmla="*/ 196748531 h 23403"/>
                <a:gd name="GluePoint45X" fmla="*/ 15657563 w 21893"/>
                <a:gd name="GluePoint45Y" fmla="*/ 183358845 h 23403"/>
                <a:gd name="GluePoint46X" fmla="*/ 9686388 w 21893"/>
                <a:gd name="GluePoint46Y" fmla="*/ 172514529 h 23403"/>
                <a:gd name="GluePoint47X" fmla="*/ 1548044 w 21893"/>
                <a:gd name="GluePoint47Y" fmla="*/ 160971798 h 23403"/>
                <a:gd name="GluePoint48X" fmla="*/ 0 w 21893"/>
                <a:gd name="GluePoint48Y" fmla="*/ 122199789 h 23403"/>
                <a:gd name="GluePoint49X" fmla="*/ 18819979 w 21893"/>
                <a:gd name="GluePoint49Y" fmla="*/ 100842656 h 23403"/>
                <a:gd name="GluePoint50X" fmla="*/ 29081476 w 21893"/>
                <a:gd name="GluePoint50Y" fmla="*/ 92673840 h 23403"/>
                <a:gd name="GluePoint51X" fmla="*/ 27975731 w 21893"/>
                <a:gd name="GluePoint51Y" fmla="*/ 64142500 h 23403"/>
                <a:gd name="GluePoint52X" fmla="*/ 33239137 w 21893"/>
                <a:gd name="GluePoint52Y" fmla="*/ 61739229 h 23403"/>
                <a:gd name="GluePoint53X" fmla="*/ 48144768 w 21893"/>
                <a:gd name="GluePoint53Y" fmla="*/ 72678205 h 23403"/>
                <a:gd name="GluePoint54X" fmla="*/ 63072549 w 21893"/>
                <a:gd name="GluePoint54Y" fmla="*/ 73021591 h 23403"/>
                <a:gd name="GluePoint55X" fmla="*/ 109027986 w 21893"/>
                <a:gd name="GluePoint55Y" fmla="*/ 109402080 h 23403"/>
                <a:gd name="GluePoint56X" fmla="*/ 135521994 w 21893"/>
                <a:gd name="GluePoint56Y" fmla="*/ 90175909 h 23403"/>
                <a:gd name="GluePoint57X" fmla="*/ 168650510 w 21893"/>
                <a:gd name="GluePoint57Y" fmla="*/ 79994538 h 23403"/>
                <a:gd name="GluePoint58X" fmla="*/ 167765914 w 21893"/>
                <a:gd name="GluePoint58Y" fmla="*/ 44880737 h 23403"/>
                <a:gd name="GluePoint59X" fmla="*/ 184064908 w 21893"/>
                <a:gd name="GluePoint59Y" fmla="*/ 33018338 h 23403"/>
                <a:gd name="GluePoint60X" fmla="*/ 188134079 w 21893"/>
                <a:gd name="GluePoint60Y" fmla="*/ 11317836 h 23403"/>
                <a:gd name="GluePoint61X" fmla="*/ 222722112 w 21893"/>
                <a:gd name="GluePoint61Y" fmla="*/ 0 h 2340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Lst>
              <a:rect l="textAreaLeft" t="textAreaTop" r="textAreaRight" b="textAreaBottom"/>
              <a:pathLst>
                <a:path w="21893" h="23403" fill="norm" stroke="1" extrusionOk="0">
                  <a:moveTo>
                    <a:pt x="10071" y="0"/>
                  </a:moveTo>
                  <a:lnTo>
                    <a:pt x="10912" y="1976"/>
                  </a:lnTo>
                  <a:lnTo>
                    <a:pt x="11609" y="3211"/>
                  </a:lnTo>
                  <a:lnTo>
                    <a:pt x="12036" y="3668"/>
                  </a:lnTo>
                  <a:lnTo>
                    <a:pt x="12762" y="3590"/>
                  </a:lnTo>
                  <a:lnTo>
                    <a:pt x="12912" y="5175"/>
                  </a:lnTo>
                  <a:cubicBezTo>
                    <a:pt x="12893" y="5859"/>
                    <a:pt x="12873" y="6543"/>
                    <a:pt x="12854" y="7227"/>
                  </a:cubicBezTo>
                  <a:lnTo>
                    <a:pt x="13308" y="8044"/>
                  </a:lnTo>
                  <a:cubicBezTo>
                    <a:pt x="13275" y="8397"/>
                    <a:pt x="13242" y="8751"/>
                    <a:pt x="13209" y="9104"/>
                  </a:cubicBezTo>
                  <a:lnTo>
                    <a:pt x="13636" y="10047"/>
                  </a:lnTo>
                  <a:lnTo>
                    <a:pt x="15585" y="9940"/>
                  </a:lnTo>
                  <a:lnTo>
                    <a:pt x="16132" y="10698"/>
                  </a:lnTo>
                  <a:lnTo>
                    <a:pt x="16687" y="11758"/>
                  </a:lnTo>
                  <a:lnTo>
                    <a:pt x="17185" y="11058"/>
                  </a:lnTo>
                  <a:cubicBezTo>
                    <a:pt x="17180" y="10727"/>
                    <a:pt x="17176" y="10397"/>
                    <a:pt x="17171" y="10066"/>
                  </a:cubicBezTo>
                  <a:lnTo>
                    <a:pt x="17740" y="10000"/>
                  </a:lnTo>
                  <a:lnTo>
                    <a:pt x="18960" y="11517"/>
                  </a:lnTo>
                  <a:lnTo>
                    <a:pt x="20682" y="13187"/>
                  </a:lnTo>
                  <a:lnTo>
                    <a:pt x="21893" y="16018"/>
                  </a:lnTo>
                  <a:lnTo>
                    <a:pt x="21776" y="16832"/>
                  </a:lnTo>
                  <a:lnTo>
                    <a:pt x="21311" y="17637"/>
                  </a:lnTo>
                  <a:lnTo>
                    <a:pt x="21002" y="18473"/>
                  </a:lnTo>
                  <a:lnTo>
                    <a:pt x="19252" y="18353"/>
                  </a:lnTo>
                  <a:lnTo>
                    <a:pt x="17266" y="18304"/>
                  </a:lnTo>
                  <a:lnTo>
                    <a:pt x="16357" y="19185"/>
                  </a:lnTo>
                  <a:lnTo>
                    <a:pt x="15084" y="19267"/>
                  </a:lnTo>
                  <a:lnTo>
                    <a:pt x="13650" y="19196"/>
                  </a:lnTo>
                  <a:lnTo>
                    <a:pt x="12589" y="19821"/>
                  </a:lnTo>
                  <a:lnTo>
                    <a:pt x="11729" y="21085"/>
                  </a:lnTo>
                  <a:cubicBezTo>
                    <a:pt x="11688" y="21515"/>
                    <a:pt x="11648" y="21946"/>
                    <a:pt x="11607" y="22376"/>
                  </a:cubicBezTo>
                  <a:lnTo>
                    <a:pt x="11335" y="22836"/>
                  </a:lnTo>
                  <a:lnTo>
                    <a:pt x="10827" y="23049"/>
                  </a:lnTo>
                  <a:lnTo>
                    <a:pt x="10397" y="23403"/>
                  </a:lnTo>
                  <a:lnTo>
                    <a:pt x="9865" y="23066"/>
                  </a:lnTo>
                  <a:lnTo>
                    <a:pt x="8057" y="22936"/>
                  </a:lnTo>
                  <a:lnTo>
                    <a:pt x="6830" y="22891"/>
                  </a:lnTo>
                  <a:lnTo>
                    <a:pt x="6009" y="22633"/>
                  </a:lnTo>
                  <a:lnTo>
                    <a:pt x="5180" y="22168"/>
                  </a:lnTo>
                  <a:lnTo>
                    <a:pt x="4791" y="21002"/>
                  </a:lnTo>
                  <a:lnTo>
                    <a:pt x="4383" y="20006"/>
                  </a:lnTo>
                  <a:lnTo>
                    <a:pt x="2961" y="19267"/>
                  </a:lnTo>
                  <a:lnTo>
                    <a:pt x="1822" y="18358"/>
                  </a:lnTo>
                  <a:cubicBezTo>
                    <a:pt x="1801" y="18003"/>
                    <a:pt x="1781" y="17647"/>
                    <a:pt x="1760" y="17292"/>
                  </a:cubicBezTo>
                  <a:lnTo>
                    <a:pt x="1051" y="16619"/>
                  </a:lnTo>
                  <a:lnTo>
                    <a:pt x="708" y="15488"/>
                  </a:lnTo>
                  <a:lnTo>
                    <a:pt x="438" y="14572"/>
                  </a:lnTo>
                  <a:lnTo>
                    <a:pt x="70" y="13597"/>
                  </a:lnTo>
                  <a:cubicBezTo>
                    <a:pt x="47" y="12505"/>
                    <a:pt x="23" y="11414"/>
                    <a:pt x="0" y="10322"/>
                  </a:cubicBezTo>
                  <a:lnTo>
                    <a:pt x="851" y="8518"/>
                  </a:lnTo>
                  <a:lnTo>
                    <a:pt x="1315" y="7828"/>
                  </a:lnTo>
                  <a:cubicBezTo>
                    <a:pt x="1298" y="7025"/>
                    <a:pt x="1282" y="6221"/>
                    <a:pt x="1265" y="5418"/>
                  </a:cubicBezTo>
                  <a:lnTo>
                    <a:pt x="1503" y="5215"/>
                  </a:lnTo>
                  <a:lnTo>
                    <a:pt x="2177" y="6139"/>
                  </a:lnTo>
                  <a:lnTo>
                    <a:pt x="2852" y="6168"/>
                  </a:lnTo>
                  <a:lnTo>
                    <a:pt x="4930" y="9241"/>
                  </a:lnTo>
                  <a:lnTo>
                    <a:pt x="6128" y="7617"/>
                  </a:lnTo>
                  <a:lnTo>
                    <a:pt x="7626" y="6757"/>
                  </a:lnTo>
                  <a:cubicBezTo>
                    <a:pt x="7613" y="5768"/>
                    <a:pt x="7599" y="4780"/>
                    <a:pt x="7586" y="3791"/>
                  </a:cubicBezTo>
                  <a:lnTo>
                    <a:pt x="8323" y="2789"/>
                  </a:lnTo>
                  <a:cubicBezTo>
                    <a:pt x="8384" y="2178"/>
                    <a:pt x="8446" y="1567"/>
                    <a:pt x="8507" y="956"/>
                  </a:cubicBezTo>
                  <a:lnTo>
                    <a:pt x="10071" y="0"/>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7" name="Freeform 5"/>
            <p:cNvSpPr/>
            <p:nvPr/>
          </p:nvSpPr>
          <p:spPr bwMode="auto">
            <a:xfrm>
              <a:off x="10922040" y="415800"/>
              <a:ext cx="1073520" cy="1560600"/>
            </a:xfrm>
            <a:custGeom>
              <a:avLst/>
              <a:gdLst>
                <a:gd name="textAreaLeft" fmla="*/ 0 w 1073520"/>
                <a:gd name="textAreaRight" fmla="*/ 1074240 w 1073520"/>
                <a:gd name="textAreaTop" fmla="*/ 0 h 1560600"/>
                <a:gd name="textAreaBottom" fmla="*/ 1561320 h 1560600"/>
                <a:gd name="GluePoint1X" fmla="*/ 16531 w 0"/>
                <a:gd name="GluePoint1Y" fmla="*/ 6398 h 0"/>
                <a:gd name="GluePoint2X" fmla="*/ 13638 w 0"/>
                <a:gd name="GluePoint2Y" fmla="*/ 5939 h 0"/>
                <a:gd name="GluePoint3X" fmla="*/ 9851 w 0"/>
                <a:gd name="GluePoint3Y" fmla="*/ 5679 h 0"/>
                <a:gd name="GluePoint4X" fmla="*/ 8869 w 0"/>
                <a:gd name="GluePoint4Y" fmla="*/ 1024 h 0"/>
                <a:gd name="GluePoint5X" fmla="*/ 7666 w 0"/>
                <a:gd name="GluePoint5Y" fmla="*/ 1296 h 0"/>
                <a:gd name="GluePoint6X" fmla="*/ 5339 w 0"/>
                <a:gd name="GluePoint6Y" fmla="*/ 5899 h 0"/>
                <a:gd name="GluePoint7X" fmla="*/ 3160 w 0"/>
                <a:gd name="GluePoint7Y" fmla="*/ 5394 h 0"/>
                <a:gd name="GluePoint8X" fmla="*/ 573 w 0"/>
                <a:gd name="GluePoint8Y" fmla="*/ 4831 h 0"/>
                <a:gd name="GluePoint9X" fmla="*/ 196 w 0"/>
                <a:gd name="GluePoint9Y" fmla="*/ 7488 h 0"/>
                <a:gd name="GluePoint10X" fmla="*/ 536 w 0"/>
                <a:gd name="GluePoint10Y" fmla="*/ 9537 h 0"/>
                <a:gd name="GluePoint11X" fmla="*/ 2454 w 0"/>
                <a:gd name="GluePoint11Y" fmla="*/ 12875 h 0"/>
                <a:gd name="GluePoint12X" fmla="*/ 3164 w 0"/>
                <a:gd name="GluePoint12Y" fmla="*/ 15923 h 0"/>
                <a:gd name="GluePoint13X" fmla="*/ 5471 w 0"/>
                <a:gd name="GluePoint13Y" fmla="*/ 14705 h 0"/>
                <a:gd name="GluePoint14X" fmla="*/ 7363 w 0"/>
                <a:gd name="GluePoint14Y" fmla="*/ 14232 h 0"/>
                <a:gd name="GluePoint15X" fmla="*/ 9131 w 0"/>
                <a:gd name="GluePoint15Y" fmla="*/ 15339 h 0"/>
                <a:gd name="GluePoint16X" fmla="*/ 7820 w 0"/>
                <a:gd name="GluePoint16Y" fmla="*/ 23223 h 0"/>
                <a:gd name="GluePoint17X" fmla="*/ 7562 w 0"/>
                <a:gd name="GluePoint17Y" fmla="*/ 27798 h 0"/>
                <a:gd name="GluePoint18X" fmla="*/ 8099 w 0"/>
                <a:gd name="GluePoint18Y" fmla="*/ 30830 h 0"/>
                <a:gd name="GluePoint19X" fmla="*/ 7784 w 0"/>
                <a:gd name="GluePoint19Y" fmla="*/ 33872 h 0"/>
                <a:gd name="GluePoint20X" fmla="*/ 8343 w 0"/>
                <a:gd name="GluePoint20Y" fmla="*/ 36611 h 0"/>
                <a:gd name="GluePoint21X" fmla="*/ 10673 w 0"/>
                <a:gd name="GluePoint21Y" fmla="*/ 39846 h 0"/>
                <a:gd name="GluePoint22X" fmla="*/ 8762 w 0"/>
                <a:gd name="GluePoint22Y" fmla="*/ 41258 h 0"/>
                <a:gd name="GluePoint23X" fmla="*/ 5256 w 0"/>
                <a:gd name="GluePoint23Y" fmla="*/ 41836 h 0"/>
                <a:gd name="GluePoint24X" fmla="*/ 2188 w 0"/>
                <a:gd name="GluePoint24Y" fmla="*/ 45070 h 0"/>
                <a:gd name="GluePoint25X" fmla="*/ 539 w 0"/>
                <a:gd name="GluePoint25Y" fmla="*/ 49748 h 0"/>
                <a:gd name="GluePoint26X" fmla="*/ 1033 w 0"/>
                <a:gd name="GluePoint26Y" fmla="*/ 51279 h 0"/>
                <a:gd name="GluePoint27X" fmla="*/ 2080 w 0"/>
                <a:gd name="GluePoint27Y" fmla="*/ 53066 h 0"/>
                <a:gd name="GluePoint28X" fmla="*/ 2280 w 0"/>
                <a:gd name="GluePoint28Y" fmla="*/ 54907 h 0"/>
                <a:gd name="GluePoint29X" fmla="*/ 2658 w 0"/>
                <a:gd name="GluePoint29Y" fmla="*/ 55955 h 0"/>
                <a:gd name="GluePoint30X" fmla="*/ 6216 w 0"/>
                <a:gd name="GluePoint30Y" fmla="*/ 57817 h 0"/>
                <a:gd name="GluePoint31X" fmla="*/ 8685 w 0"/>
                <a:gd name="GluePoint31Y" fmla="*/ 58341 h 0"/>
                <a:gd name="GluePoint32X" fmla="*/ 9409 w 0"/>
                <a:gd name="GluePoint32Y" fmla="*/ 64117 h 0"/>
                <a:gd name="GluePoint33X" fmla="*/ 11844 w 0"/>
                <a:gd name="GluePoint33Y" fmla="*/ 63374 h 0"/>
                <a:gd name="GluePoint34X" fmla="*/ 13485 w 0"/>
                <a:gd name="GluePoint34Y" fmla="*/ 61690 h 0"/>
                <a:gd name="GluePoint35X" fmla="*/ 15988 w 0"/>
                <a:gd name="GluePoint35Y" fmla="*/ 57784 h 0"/>
                <a:gd name="GluePoint36X" fmla="*/ 21163 w 0"/>
                <a:gd name="GluePoint36Y" fmla="*/ 56812 h 0"/>
                <a:gd name="GluePoint37X" fmla="*/ 25052 w 0"/>
                <a:gd name="GluePoint37Y" fmla="*/ 56243 h 0"/>
                <a:gd name="GluePoint38X" fmla="*/ 26981 w 0"/>
                <a:gd name="GluePoint38Y" fmla="*/ 56191 h 0"/>
                <a:gd name="GluePoint39X" fmla="*/ 28735 w 0"/>
                <a:gd name="GluePoint39Y" fmla="*/ 56684 h 0"/>
                <a:gd name="GluePoint40X" fmla="*/ 30787 w 0"/>
                <a:gd name="GluePoint40Y" fmla="*/ 56346 h 0"/>
                <a:gd name="GluePoint41X" fmla="*/ 30395 w 0"/>
                <a:gd name="GluePoint41Y" fmla="*/ 53647 h 0"/>
                <a:gd name="GluePoint42X" fmla="*/ 31228 w 0"/>
                <a:gd name="GluePoint42Y" fmla="*/ 49813 h 0"/>
                <a:gd name="GluePoint43X" fmla="*/ 28345 w 0"/>
                <a:gd name="GluePoint43Y" fmla="*/ 45306 h 0"/>
                <a:gd name="GluePoint44X" fmla="*/ 25316 w 0"/>
                <a:gd name="GluePoint44Y" fmla="*/ 38296 h 0"/>
                <a:gd name="GluePoint45X" fmla="*/ 23779 w 0"/>
                <a:gd name="GluePoint45Y" fmla="*/ 35935 h 0"/>
                <a:gd name="GluePoint46X" fmla="*/ 22689 w 0"/>
                <a:gd name="GluePoint46Y" fmla="*/ 29279 h 0"/>
                <a:gd name="GluePoint47X" fmla="*/ 22796 w 0"/>
                <a:gd name="GluePoint47Y" fmla="*/ 25441 h 0"/>
                <a:gd name="GluePoint48X" fmla="*/ 22520 w 0"/>
                <a:gd name="GluePoint48Y" fmla="*/ 22266 h 0"/>
                <a:gd name="GluePoint49X" fmla="*/ 22192 w 0"/>
                <a:gd name="GluePoint49Y" fmla="*/ 18858 h 0"/>
                <a:gd name="GluePoint50X" fmla="*/ 20686 w 0"/>
                <a:gd name="GluePoint50Y" fmla="*/ 13315 h 0"/>
                <a:gd name="GluePoint51X" fmla="*/ 19124 w 0"/>
                <a:gd name="GluePoint51Y" fmla="*/ 9947 h 0"/>
                <a:gd name="GluePoint52X" fmla="*/ 17263 w 0"/>
                <a:gd name="GluePoint52Y" fmla="*/ 6679 h 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Lst>
              <a:rect l="textAreaLeft" t="textAreaTop" r="textAreaRight" b="textAreaBottom"/>
              <a:pathLst>
                <a:path w="31228" h="64117" fill="norm" stroke="1" extrusionOk="0">
                  <a:moveTo>
                    <a:pt x="17263" y="6679"/>
                  </a:moveTo>
                  <a:lnTo>
                    <a:pt x="16531" y="6398"/>
                  </a:lnTo>
                  <a:lnTo>
                    <a:pt x="15354" y="5369"/>
                  </a:lnTo>
                  <a:lnTo>
                    <a:pt x="13638" y="5939"/>
                  </a:lnTo>
                  <a:lnTo>
                    <a:pt x="11390" y="6437"/>
                  </a:lnTo>
                  <a:lnTo>
                    <a:pt x="9851" y="5679"/>
                  </a:lnTo>
                  <a:lnTo>
                    <a:pt x="9017" y="4105"/>
                  </a:lnTo>
                  <a:cubicBezTo>
                    <a:pt x="8968" y="3078"/>
                    <a:pt x="8918" y="2051"/>
                    <a:pt x="8869" y="1024"/>
                  </a:cubicBezTo>
                  <a:lnTo>
                    <a:pt x="8357" y="0"/>
                  </a:lnTo>
                  <a:lnTo>
                    <a:pt x="7666" y="1296"/>
                  </a:lnTo>
                  <a:lnTo>
                    <a:pt x="7276" y="3763"/>
                  </a:lnTo>
                  <a:lnTo>
                    <a:pt x="5339" y="5899"/>
                  </a:lnTo>
                  <a:lnTo>
                    <a:pt x="4468" y="6003"/>
                  </a:lnTo>
                  <a:lnTo>
                    <a:pt x="3160" y="5394"/>
                  </a:lnTo>
                  <a:lnTo>
                    <a:pt x="2311" y="4721"/>
                  </a:lnTo>
                  <a:lnTo>
                    <a:pt x="573" y="4831"/>
                  </a:lnTo>
                  <a:lnTo>
                    <a:pt x="0" y="6232"/>
                  </a:lnTo>
                  <a:cubicBezTo>
                    <a:pt x="65" y="6651"/>
                    <a:pt x="131" y="7069"/>
                    <a:pt x="196" y="7488"/>
                  </a:cubicBezTo>
                  <a:cubicBezTo>
                    <a:pt x="205" y="7915"/>
                    <a:pt x="215" y="8341"/>
                    <a:pt x="224" y="8768"/>
                  </a:cubicBezTo>
                  <a:lnTo>
                    <a:pt x="536" y="9537"/>
                  </a:lnTo>
                  <a:cubicBezTo>
                    <a:pt x="559" y="10152"/>
                    <a:pt x="583" y="10767"/>
                    <a:pt x="606" y="11382"/>
                  </a:cubicBezTo>
                  <a:lnTo>
                    <a:pt x="2454" y="12875"/>
                  </a:lnTo>
                  <a:cubicBezTo>
                    <a:pt x="2467" y="13440"/>
                    <a:pt x="2578" y="14101"/>
                    <a:pt x="2591" y="14666"/>
                  </a:cubicBezTo>
                  <a:lnTo>
                    <a:pt x="3164" y="15923"/>
                  </a:lnTo>
                  <a:lnTo>
                    <a:pt x="4467" y="16039"/>
                  </a:lnTo>
                  <a:lnTo>
                    <a:pt x="5471" y="14705"/>
                  </a:lnTo>
                  <a:lnTo>
                    <a:pt x="6598" y="13570"/>
                  </a:lnTo>
                  <a:lnTo>
                    <a:pt x="7363" y="14232"/>
                  </a:lnTo>
                  <a:lnTo>
                    <a:pt x="8288" y="14060"/>
                  </a:lnTo>
                  <a:lnTo>
                    <a:pt x="9131" y="15339"/>
                  </a:lnTo>
                  <a:lnTo>
                    <a:pt x="6758" y="19145"/>
                  </a:lnTo>
                  <a:lnTo>
                    <a:pt x="7820" y="23223"/>
                  </a:lnTo>
                  <a:lnTo>
                    <a:pt x="7001" y="26073"/>
                  </a:lnTo>
                  <a:lnTo>
                    <a:pt x="7562" y="27798"/>
                  </a:lnTo>
                  <a:lnTo>
                    <a:pt x="8196" y="29372"/>
                  </a:lnTo>
                  <a:cubicBezTo>
                    <a:pt x="8164" y="29858"/>
                    <a:pt x="8131" y="30344"/>
                    <a:pt x="8099" y="30830"/>
                  </a:cubicBezTo>
                  <a:cubicBezTo>
                    <a:pt x="8052" y="31253"/>
                    <a:pt x="8004" y="31676"/>
                    <a:pt x="7957" y="32099"/>
                  </a:cubicBezTo>
                  <a:cubicBezTo>
                    <a:pt x="7899" y="32690"/>
                    <a:pt x="7842" y="33281"/>
                    <a:pt x="7784" y="33872"/>
                  </a:cubicBezTo>
                  <a:lnTo>
                    <a:pt x="8033" y="35187"/>
                  </a:lnTo>
                  <a:cubicBezTo>
                    <a:pt x="8136" y="35662"/>
                    <a:pt x="8240" y="36136"/>
                    <a:pt x="8343" y="36611"/>
                  </a:cubicBezTo>
                  <a:lnTo>
                    <a:pt x="9331" y="38130"/>
                  </a:lnTo>
                  <a:lnTo>
                    <a:pt x="10673" y="39846"/>
                  </a:lnTo>
                  <a:lnTo>
                    <a:pt x="9981" y="41308"/>
                  </a:lnTo>
                  <a:lnTo>
                    <a:pt x="8762" y="41258"/>
                  </a:lnTo>
                  <a:lnTo>
                    <a:pt x="7992" y="41775"/>
                  </a:lnTo>
                  <a:lnTo>
                    <a:pt x="5256" y="41836"/>
                  </a:lnTo>
                  <a:lnTo>
                    <a:pt x="3686" y="42762"/>
                  </a:lnTo>
                  <a:lnTo>
                    <a:pt x="2188" y="45070"/>
                  </a:lnTo>
                  <a:lnTo>
                    <a:pt x="1316" y="47907"/>
                  </a:lnTo>
                  <a:lnTo>
                    <a:pt x="539" y="49748"/>
                  </a:lnTo>
                  <a:cubicBezTo>
                    <a:pt x="512" y="50028"/>
                    <a:pt x="484" y="50309"/>
                    <a:pt x="457" y="50589"/>
                  </a:cubicBezTo>
                  <a:lnTo>
                    <a:pt x="1033" y="51279"/>
                  </a:lnTo>
                  <a:lnTo>
                    <a:pt x="1666" y="52475"/>
                  </a:lnTo>
                  <a:lnTo>
                    <a:pt x="2080" y="53066"/>
                  </a:lnTo>
                  <a:cubicBezTo>
                    <a:pt x="2137" y="53340"/>
                    <a:pt x="2195" y="53615"/>
                    <a:pt x="2252" y="53889"/>
                  </a:cubicBezTo>
                  <a:cubicBezTo>
                    <a:pt x="2261" y="54228"/>
                    <a:pt x="2271" y="54568"/>
                    <a:pt x="2280" y="54907"/>
                  </a:cubicBezTo>
                  <a:lnTo>
                    <a:pt x="2789" y="55426"/>
                  </a:lnTo>
                  <a:cubicBezTo>
                    <a:pt x="2745" y="55602"/>
                    <a:pt x="2702" y="55779"/>
                    <a:pt x="2658" y="55955"/>
                  </a:cubicBezTo>
                  <a:lnTo>
                    <a:pt x="4105" y="57772"/>
                  </a:lnTo>
                  <a:lnTo>
                    <a:pt x="6216" y="57817"/>
                  </a:lnTo>
                  <a:lnTo>
                    <a:pt x="7307" y="58462"/>
                  </a:lnTo>
                  <a:lnTo>
                    <a:pt x="8685" y="58341"/>
                  </a:lnTo>
                  <a:cubicBezTo>
                    <a:pt x="8703" y="60095"/>
                    <a:pt x="8720" y="61848"/>
                    <a:pt x="8738" y="63602"/>
                  </a:cubicBezTo>
                  <a:lnTo>
                    <a:pt x="9409" y="64117"/>
                  </a:lnTo>
                  <a:lnTo>
                    <a:pt x="11079" y="63755"/>
                  </a:lnTo>
                  <a:lnTo>
                    <a:pt x="11844" y="63374"/>
                  </a:lnTo>
                  <a:lnTo>
                    <a:pt x="12535" y="63374"/>
                  </a:lnTo>
                  <a:lnTo>
                    <a:pt x="13485" y="61690"/>
                  </a:lnTo>
                  <a:cubicBezTo>
                    <a:pt x="13461" y="60680"/>
                    <a:pt x="13436" y="59670"/>
                    <a:pt x="13412" y="58660"/>
                  </a:cubicBezTo>
                  <a:lnTo>
                    <a:pt x="15988" y="57784"/>
                  </a:lnTo>
                  <a:lnTo>
                    <a:pt x="18474" y="57033"/>
                  </a:lnTo>
                  <a:lnTo>
                    <a:pt x="21163" y="56812"/>
                  </a:lnTo>
                  <a:lnTo>
                    <a:pt x="21938" y="56172"/>
                  </a:lnTo>
                  <a:lnTo>
                    <a:pt x="25052" y="56243"/>
                  </a:lnTo>
                  <a:lnTo>
                    <a:pt x="26212" y="55563"/>
                  </a:lnTo>
                  <a:lnTo>
                    <a:pt x="26981" y="56191"/>
                  </a:lnTo>
                  <a:lnTo>
                    <a:pt x="28096" y="56257"/>
                  </a:lnTo>
                  <a:lnTo>
                    <a:pt x="28735" y="56684"/>
                  </a:lnTo>
                  <a:lnTo>
                    <a:pt x="29732" y="56684"/>
                  </a:lnTo>
                  <a:lnTo>
                    <a:pt x="30787" y="56346"/>
                  </a:lnTo>
                  <a:cubicBezTo>
                    <a:pt x="30700" y="55910"/>
                    <a:pt x="30612" y="55475"/>
                    <a:pt x="30525" y="55039"/>
                  </a:cubicBezTo>
                  <a:cubicBezTo>
                    <a:pt x="30482" y="54575"/>
                    <a:pt x="30438" y="54111"/>
                    <a:pt x="30395" y="53647"/>
                  </a:cubicBezTo>
                  <a:cubicBezTo>
                    <a:pt x="30387" y="53146"/>
                    <a:pt x="30380" y="52646"/>
                    <a:pt x="30372" y="52145"/>
                  </a:cubicBezTo>
                  <a:lnTo>
                    <a:pt x="31228" y="49813"/>
                  </a:lnTo>
                  <a:lnTo>
                    <a:pt x="29704" y="47133"/>
                  </a:lnTo>
                  <a:lnTo>
                    <a:pt x="28345" y="45306"/>
                  </a:lnTo>
                  <a:lnTo>
                    <a:pt x="26008" y="42350"/>
                  </a:lnTo>
                  <a:lnTo>
                    <a:pt x="25316" y="38296"/>
                  </a:lnTo>
                  <a:lnTo>
                    <a:pt x="24650" y="37328"/>
                  </a:lnTo>
                  <a:lnTo>
                    <a:pt x="23779" y="35935"/>
                  </a:lnTo>
                  <a:cubicBezTo>
                    <a:pt x="23704" y="34558"/>
                    <a:pt x="23888" y="33386"/>
                    <a:pt x="23813" y="32009"/>
                  </a:cubicBezTo>
                  <a:lnTo>
                    <a:pt x="22689" y="29279"/>
                  </a:lnTo>
                  <a:lnTo>
                    <a:pt x="23217" y="26751"/>
                  </a:lnTo>
                  <a:lnTo>
                    <a:pt x="22796" y="25441"/>
                  </a:lnTo>
                  <a:cubicBezTo>
                    <a:pt x="22846" y="24772"/>
                    <a:pt x="22895" y="24102"/>
                    <a:pt x="22945" y="23433"/>
                  </a:cubicBezTo>
                  <a:lnTo>
                    <a:pt x="22520" y="22266"/>
                  </a:lnTo>
                  <a:cubicBezTo>
                    <a:pt x="22525" y="21637"/>
                    <a:pt x="22530" y="21007"/>
                    <a:pt x="22535" y="20378"/>
                  </a:cubicBezTo>
                  <a:cubicBezTo>
                    <a:pt x="22421" y="19871"/>
                    <a:pt x="22306" y="19365"/>
                    <a:pt x="22192" y="18858"/>
                  </a:cubicBezTo>
                  <a:lnTo>
                    <a:pt x="21451" y="15711"/>
                  </a:lnTo>
                  <a:lnTo>
                    <a:pt x="20686" y="13315"/>
                  </a:lnTo>
                  <a:cubicBezTo>
                    <a:pt x="20785" y="12888"/>
                    <a:pt x="20883" y="12461"/>
                    <a:pt x="20982" y="12034"/>
                  </a:cubicBezTo>
                  <a:lnTo>
                    <a:pt x="19124" y="9947"/>
                  </a:lnTo>
                  <a:lnTo>
                    <a:pt x="18224" y="8794"/>
                  </a:lnTo>
                  <a:lnTo>
                    <a:pt x="17263" y="6679"/>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8" name="Freeform 5" descr="Tangier, Tetouane, Al Hoceima"/>
            <p:cNvSpPr/>
            <p:nvPr/>
          </p:nvSpPr>
          <p:spPr bwMode="auto">
            <a:xfrm>
              <a:off x="10110960" y="321840"/>
              <a:ext cx="587520" cy="481680"/>
            </a:xfrm>
            <a:custGeom>
              <a:avLst/>
              <a:gdLst>
                <a:gd name="textAreaLeft" fmla="*/ 0 w 587520"/>
                <a:gd name="textAreaRight" fmla="*/ 588240 w 587520"/>
                <a:gd name="textAreaTop" fmla="*/ 0 h 481680"/>
                <a:gd name="textAreaBottom" fmla="*/ 482400 h 481680"/>
                <a:gd name="GluePoint1X" fmla="*/ 55579584 w 14206"/>
                <a:gd name="GluePoint1Y" fmla="*/ 28054785 h 19931"/>
                <a:gd name="GluePoint2X" fmla="*/ 0 w 14206"/>
                <a:gd name="GluePoint2Y" fmla="*/ 180126567 h 19931"/>
                <a:gd name="GluePoint3X" fmla="*/ 56421226 w 14206"/>
                <a:gd name="GluePoint3Y" fmla="*/ 181357080 h 19931"/>
                <a:gd name="GluePoint4X" fmla="*/ 117697822 w 14206"/>
                <a:gd name="GluePoint4Y" fmla="*/ 198664171 h 19931"/>
                <a:gd name="GluePoint5X" fmla="*/ 187746878 w 14206"/>
                <a:gd name="GluePoint5Y" fmla="*/ 214627695 h 19931"/>
                <a:gd name="GluePoint6X" fmla="*/ 201439543 w 14206"/>
                <a:gd name="GluePoint6Y" fmla="*/ 224969119 h 19931"/>
                <a:gd name="GluePoint7X" fmla="*/ 279872464 w 14206"/>
                <a:gd name="GluePoint7Y" fmla="*/ 225014170 h 19931"/>
                <a:gd name="GluePoint8X" fmla="*/ 283109497 w 14206"/>
                <a:gd name="GluePoint8Y" fmla="*/ 220464479 h 19931"/>
                <a:gd name="GluePoint9X" fmla="*/ 326517799 w 14206"/>
                <a:gd name="GluePoint9Y" fmla="*/ 207368505 h 19931"/>
                <a:gd name="GluePoint10X" fmla="*/ 383392119 w 14206"/>
                <a:gd name="GluePoint10Y" fmla="*/ 195345046 h 19931"/>
                <a:gd name="GluePoint11X" fmla="*/ 428872145 w 14206"/>
                <a:gd name="GluePoint11Y" fmla="*/ 182203809 h 19931"/>
                <a:gd name="GluePoint12X" fmla="*/ 448100034 w 14206"/>
                <a:gd name="GluePoint12Y" fmla="*/ 170033615 h 19931"/>
                <a:gd name="GluePoint13X" fmla="*/ 459850291 w 14206"/>
                <a:gd name="GluePoint13Y" fmla="*/ 153832935 h 19931"/>
                <a:gd name="GluePoint14X" fmla="*/ 456710412 w 14206"/>
                <a:gd name="GluePoint14Y" fmla="*/ 131976101 h 19931"/>
                <a:gd name="GluePoint15X" fmla="*/ 336941002 w 14206"/>
                <a:gd name="GluePoint15Y" fmla="*/ 112377350 h 19931"/>
                <a:gd name="GluePoint16X" fmla="*/ 282882803 w 14206"/>
                <a:gd name="GluePoint16Y" fmla="*/ 85180437 h 19931"/>
                <a:gd name="GluePoint17X" fmla="*/ 226914806 w 14206"/>
                <a:gd name="GluePoint17Y" fmla="*/ 46287656 h 19931"/>
                <a:gd name="GluePoint18X" fmla="*/ 208269661 w 14206"/>
                <a:gd name="GluePoint18Y" fmla="*/ 22037365 h 19931"/>
                <a:gd name="GluePoint19X" fmla="*/ 217041963 w 14206"/>
                <a:gd name="GluePoint19Y" fmla="*/ 0 h 19931"/>
                <a:gd name="GluePoint20X" fmla="*/ 191955137 w 14206"/>
                <a:gd name="GluePoint20Y" fmla="*/ 214524 h 19931"/>
                <a:gd name="GluePoint21X" fmla="*/ 110090831 w 14206"/>
                <a:gd name="GluePoint21Y" fmla="*/ 17295728 h 19931"/>
                <a:gd name="GluePoint22X" fmla="*/ 85748472 w 14206"/>
                <a:gd name="GluePoint22Y" fmla="*/ 19994017 h 19931"/>
                <a:gd name="GluePoint23X" fmla="*/ 55579584 w 14206"/>
                <a:gd name="GluePoint23Y" fmla="*/ 28054785 h 199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14206" h="19931" fill="norm" stroke="1" extrusionOk="0">
                  <a:moveTo>
                    <a:pt x="1717" y="2485"/>
                  </a:moveTo>
                  <a:lnTo>
                    <a:pt x="0" y="15955"/>
                  </a:lnTo>
                  <a:lnTo>
                    <a:pt x="1743" y="16064"/>
                  </a:lnTo>
                  <a:lnTo>
                    <a:pt x="3636" y="17597"/>
                  </a:lnTo>
                  <a:lnTo>
                    <a:pt x="5800" y="19011"/>
                  </a:lnTo>
                  <a:lnTo>
                    <a:pt x="6223" y="19927"/>
                  </a:lnTo>
                  <a:lnTo>
                    <a:pt x="8646" y="19931"/>
                  </a:lnTo>
                  <a:cubicBezTo>
                    <a:pt x="8679" y="19797"/>
                    <a:pt x="8713" y="19662"/>
                    <a:pt x="8746" y="19528"/>
                  </a:cubicBezTo>
                  <a:lnTo>
                    <a:pt x="10087" y="18368"/>
                  </a:lnTo>
                  <a:lnTo>
                    <a:pt x="11844" y="17303"/>
                  </a:lnTo>
                  <a:lnTo>
                    <a:pt x="13249" y="16139"/>
                  </a:lnTo>
                  <a:lnTo>
                    <a:pt x="13843" y="15061"/>
                  </a:lnTo>
                  <a:lnTo>
                    <a:pt x="14206" y="13626"/>
                  </a:lnTo>
                  <a:cubicBezTo>
                    <a:pt x="14174" y="12981"/>
                    <a:pt x="14141" y="12335"/>
                    <a:pt x="14109" y="11690"/>
                  </a:cubicBezTo>
                  <a:lnTo>
                    <a:pt x="10409" y="9954"/>
                  </a:lnTo>
                  <a:lnTo>
                    <a:pt x="8739" y="7545"/>
                  </a:lnTo>
                  <a:lnTo>
                    <a:pt x="7010" y="4100"/>
                  </a:lnTo>
                  <a:lnTo>
                    <a:pt x="6434" y="1952"/>
                  </a:lnTo>
                  <a:cubicBezTo>
                    <a:pt x="6524" y="1301"/>
                    <a:pt x="6615" y="651"/>
                    <a:pt x="6705" y="0"/>
                  </a:cubicBezTo>
                  <a:lnTo>
                    <a:pt x="5930" y="19"/>
                  </a:lnTo>
                  <a:lnTo>
                    <a:pt x="3401" y="1532"/>
                  </a:lnTo>
                  <a:lnTo>
                    <a:pt x="2649" y="1771"/>
                  </a:lnTo>
                  <a:lnTo>
                    <a:pt x="1717" y="2485"/>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19" name="Freeform 5"/>
            <p:cNvSpPr/>
            <p:nvPr/>
          </p:nvSpPr>
          <p:spPr bwMode="auto">
            <a:xfrm>
              <a:off x="9941040" y="707040"/>
              <a:ext cx="527400" cy="369720"/>
            </a:xfrm>
            <a:custGeom>
              <a:avLst/>
              <a:gdLst>
                <a:gd name="textAreaLeft" fmla="*/ 0 w 527400"/>
                <a:gd name="textAreaRight" fmla="*/ 528120 w 527400"/>
                <a:gd name="textAreaTop" fmla="*/ 0 h 369720"/>
                <a:gd name="textAreaBottom" fmla="*/ 370440 h 369720"/>
                <a:gd name="GluePoint1X" fmla="*/ 0 w 12752"/>
                <a:gd name="GluePoint1Y" fmla="*/ 154787239 h 15320"/>
                <a:gd name="GluePoint2X" fmla="*/ 61839702 w 12752"/>
                <a:gd name="GluePoint2Y" fmla="*/ 82116125 h 15320"/>
                <a:gd name="GluePoint3X" fmla="*/ 99506548 w 12752"/>
                <a:gd name="GluePoint3Y" fmla="*/ 31787932 h 15320"/>
                <a:gd name="GluePoint4X" fmla="*/ 132869541 w 12752"/>
                <a:gd name="GluePoint4Y" fmla="*/ 0 h 15320"/>
                <a:gd name="GluePoint5X" fmla="*/ 189272680 w 12752"/>
                <a:gd name="GluePoint5Y" fmla="*/ 1229950 h 15320"/>
                <a:gd name="GluePoint6X" fmla="*/ 250529882 w 12752"/>
                <a:gd name="GluePoint6Y" fmla="*/ 18528903 h 15320"/>
                <a:gd name="GluePoint7X" fmla="*/ 320556641 w 12752"/>
                <a:gd name="GluePoint7Y" fmla="*/ 34484898 h 15320"/>
                <a:gd name="GluePoint8X" fmla="*/ 334244885 w 12752"/>
                <a:gd name="GluePoint8Y" fmla="*/ 44821356 h 15320"/>
                <a:gd name="GluePoint9X" fmla="*/ 412652552 w 12752"/>
                <a:gd name="GluePoint9Y" fmla="*/ 44866497 h 15320"/>
                <a:gd name="GluePoint10X" fmla="*/ 400550024 w 12752"/>
                <a:gd name="GluePoint10Y" fmla="*/ 59592549 h 15320"/>
                <a:gd name="GluePoint11X" fmla="*/ 376765635 w 12752"/>
                <a:gd name="GluePoint11Y" fmla="*/ 84260145 h 15320"/>
                <a:gd name="GluePoint12X" fmla="*/ 348580188 w 12752"/>
                <a:gd name="GluePoint12Y" fmla="*/ 108228009 h 15320"/>
                <a:gd name="GluePoint13X" fmla="*/ 330944114 w 12752"/>
                <a:gd name="GluePoint13Y" fmla="*/ 119230345 h 15320"/>
                <a:gd name="GluePoint14X" fmla="*/ 346671033 w 12752"/>
                <a:gd name="GluePoint14Y" fmla="*/ 129860164 h 15320"/>
                <a:gd name="GluePoint15X" fmla="*/ 352754677 w 12752"/>
                <a:gd name="GluePoint15Y" fmla="*/ 143107927 h 15320"/>
                <a:gd name="GluePoint16X" fmla="*/ 342367024 w 12752"/>
                <a:gd name="GluePoint16Y" fmla="*/ 148400319 h 15320"/>
                <a:gd name="GluePoint17X" fmla="*/ 324698570 w 12752"/>
                <a:gd name="GluePoint17Y" fmla="*/ 172740567 h 15320"/>
                <a:gd name="GluePoint18X" fmla="*/ 317191109 w 12752"/>
                <a:gd name="GluePoint18Y" fmla="*/ 167290235 h 15320"/>
                <a:gd name="GluePoint19X" fmla="*/ 303697144 w 12752"/>
                <a:gd name="GluePoint19Y" fmla="*/ 160418133 h 15320"/>
                <a:gd name="GluePoint20X" fmla="*/ 284960873 w 12752"/>
                <a:gd name="GluePoint20Y" fmla="*/ 163002195 h 15320"/>
                <a:gd name="GluePoint21X" fmla="*/ 266548040 w 12752"/>
                <a:gd name="GluePoint21Y" fmla="*/ 160282711 h 15320"/>
                <a:gd name="GluePoint22X" fmla="*/ 270398910 w 12752"/>
                <a:gd name="GluePoint22Y" fmla="*/ 148084335 h 15320"/>
                <a:gd name="GluePoint23X" fmla="*/ 250141503 w 12752"/>
                <a:gd name="GluePoint23Y" fmla="*/ 143841435 h 15320"/>
                <a:gd name="GluePoint24X" fmla="*/ 228719318 w 12752"/>
                <a:gd name="GluePoint24Y" fmla="*/ 154663076 h 15320"/>
                <a:gd name="GluePoint25X" fmla="*/ 224512629 w 12752"/>
                <a:gd name="GluePoint25Y" fmla="*/ 171476735 h 15320"/>
                <a:gd name="GluePoint26X" fmla="*/ 51096230 w 12752"/>
                <a:gd name="GluePoint26Y" fmla="*/ 172875988 h 15320"/>
                <a:gd name="GluePoint27X" fmla="*/ 38022833 w 12752"/>
                <a:gd name="GluePoint27Y" fmla="*/ 165473458 h 15320"/>
                <a:gd name="GluePoint28X" fmla="*/ 24852307 w 12752"/>
                <a:gd name="GluePoint28Y" fmla="*/ 168068884 h 15320"/>
                <a:gd name="GluePoint29X" fmla="*/ 0 w 12752"/>
                <a:gd name="GluePoint29Y" fmla="*/ 154787239 h 15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Lst>
              <a:rect l="textAreaLeft" t="textAreaTop" r="textAreaRight" b="textAreaBottom"/>
              <a:pathLst>
                <a:path w="12752" h="15320" fill="norm" stroke="1" extrusionOk="0">
                  <a:moveTo>
                    <a:pt x="0" y="13717"/>
                  </a:moveTo>
                  <a:lnTo>
                    <a:pt x="1911" y="7277"/>
                  </a:lnTo>
                  <a:lnTo>
                    <a:pt x="3075" y="2817"/>
                  </a:lnTo>
                  <a:lnTo>
                    <a:pt x="4106" y="0"/>
                  </a:lnTo>
                  <a:lnTo>
                    <a:pt x="5849" y="109"/>
                  </a:lnTo>
                  <a:lnTo>
                    <a:pt x="7742" y="1642"/>
                  </a:lnTo>
                  <a:lnTo>
                    <a:pt x="9906" y="3056"/>
                  </a:lnTo>
                  <a:lnTo>
                    <a:pt x="10329" y="3972"/>
                  </a:lnTo>
                  <a:lnTo>
                    <a:pt x="12752" y="3976"/>
                  </a:lnTo>
                  <a:lnTo>
                    <a:pt x="12378" y="5281"/>
                  </a:lnTo>
                  <a:lnTo>
                    <a:pt x="11643" y="7467"/>
                  </a:lnTo>
                  <a:lnTo>
                    <a:pt x="10772" y="9591"/>
                  </a:lnTo>
                  <a:lnTo>
                    <a:pt x="10227" y="10566"/>
                  </a:lnTo>
                  <a:lnTo>
                    <a:pt x="10713" y="11508"/>
                  </a:lnTo>
                  <a:cubicBezTo>
                    <a:pt x="10776" y="11899"/>
                    <a:pt x="10838" y="12291"/>
                    <a:pt x="10901" y="12682"/>
                  </a:cubicBezTo>
                  <a:lnTo>
                    <a:pt x="10580" y="13151"/>
                  </a:lnTo>
                  <a:lnTo>
                    <a:pt x="10034" y="15308"/>
                  </a:lnTo>
                  <a:lnTo>
                    <a:pt x="9802" y="14825"/>
                  </a:lnTo>
                  <a:lnTo>
                    <a:pt x="9385" y="14216"/>
                  </a:lnTo>
                  <a:lnTo>
                    <a:pt x="8806" y="14445"/>
                  </a:lnTo>
                  <a:lnTo>
                    <a:pt x="8237" y="14204"/>
                  </a:lnTo>
                  <a:cubicBezTo>
                    <a:pt x="8277" y="13844"/>
                    <a:pt x="8316" y="13483"/>
                    <a:pt x="8356" y="13123"/>
                  </a:cubicBezTo>
                  <a:lnTo>
                    <a:pt x="7730" y="12747"/>
                  </a:lnTo>
                  <a:lnTo>
                    <a:pt x="7068" y="13706"/>
                  </a:lnTo>
                  <a:cubicBezTo>
                    <a:pt x="7025" y="14203"/>
                    <a:pt x="6981" y="14699"/>
                    <a:pt x="6938" y="15196"/>
                  </a:cubicBezTo>
                  <a:lnTo>
                    <a:pt x="1579" y="15320"/>
                  </a:lnTo>
                  <a:lnTo>
                    <a:pt x="1175" y="14664"/>
                  </a:lnTo>
                  <a:lnTo>
                    <a:pt x="768" y="14894"/>
                  </a:lnTo>
                  <a:lnTo>
                    <a:pt x="0" y="13717"/>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20" name="Freeform 5" descr="Rabat"/>
            <p:cNvSpPr/>
            <p:nvPr/>
          </p:nvSpPr>
          <p:spPr bwMode="auto">
            <a:xfrm>
              <a:off x="9524520" y="1227240"/>
              <a:ext cx="236880" cy="205200"/>
            </a:xfrm>
            <a:custGeom>
              <a:avLst/>
              <a:gdLst>
                <a:gd name="textAreaLeft" fmla="*/ 0 w 236880"/>
                <a:gd name="textAreaRight" fmla="*/ 237600 w 236880"/>
                <a:gd name="textAreaTop" fmla="*/ 0 h 205200"/>
                <a:gd name="textAreaBottom" fmla="*/ 205920 h 205200"/>
                <a:gd name="GluePoint1X" fmla="*/ 0 w 10000"/>
                <a:gd name="GluePoint1Y" fmla="*/ 466938 h 10000"/>
                <a:gd name="GluePoint2X" fmla="*/ 97274 w 10000"/>
                <a:gd name="GluePoint2Y" fmla="*/ 564522 h 10000"/>
                <a:gd name="GluePoint3X" fmla="*/ 199201 w 10000"/>
                <a:gd name="GluePoint3Y" fmla="*/ 567959 h 10000"/>
                <a:gd name="GluePoint4X" fmla="*/ 506530 w 10000"/>
                <a:gd name="GluePoint4Y" fmla="*/ 904393 h 10000"/>
                <a:gd name="GluePoint5X" fmla="*/ 683195 w 10000"/>
                <a:gd name="GluePoint5Y" fmla="*/ 728850 h 10000"/>
                <a:gd name="GluePoint6X" fmla="*/ 909997 w 10000"/>
                <a:gd name="GluePoint6Y" fmla="*/ 635065 h 10000"/>
                <a:gd name="GluePoint7X" fmla="*/ 902968 w 10000"/>
                <a:gd name="GluePoint7Y" fmla="*/ 309755 h 10000"/>
                <a:gd name="GluePoint8X" fmla="*/ 1010269 w 10000"/>
                <a:gd name="GluePoint8Y" fmla="*/ 203669 h 10000"/>
                <a:gd name="GluePoint9X" fmla="*/ 1033735 w 10000"/>
                <a:gd name="GluePoint9Y" fmla="*/ 0 h 10000"/>
                <a:gd name="GluePoint10X" fmla="*/ 0 w 10000"/>
                <a:gd name="GluePoint10Y" fmla="*/ 466938 h 10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0000" h="10000" fill="norm" stroke="1" extrusionOk="0">
                  <a:moveTo>
                    <a:pt x="0" y="5163"/>
                  </a:moveTo>
                  <a:lnTo>
                    <a:pt x="941" y="6242"/>
                  </a:lnTo>
                  <a:lnTo>
                    <a:pt x="1927" y="6280"/>
                  </a:lnTo>
                  <a:lnTo>
                    <a:pt x="4900" y="10000"/>
                  </a:lnTo>
                  <a:lnTo>
                    <a:pt x="6609" y="8059"/>
                  </a:lnTo>
                  <a:lnTo>
                    <a:pt x="8803" y="7022"/>
                  </a:lnTo>
                  <a:cubicBezTo>
                    <a:pt x="8803" y="5885"/>
                    <a:pt x="8735" y="4563"/>
                    <a:pt x="8735" y="3425"/>
                  </a:cubicBezTo>
                  <a:lnTo>
                    <a:pt x="9773" y="2252"/>
                  </a:lnTo>
                  <a:cubicBezTo>
                    <a:pt x="9849" y="1501"/>
                    <a:pt x="9924" y="751"/>
                    <a:pt x="10000" y="0"/>
                  </a:cubicBezTo>
                  <a:lnTo>
                    <a:pt x="0" y="5163"/>
                  </a:lnTo>
                  <a:close/>
                </a:path>
              </a:pathLst>
            </a:custGeom>
            <a:solidFill>
              <a:schemeClr val="accent1">
                <a:lumMod val="75000"/>
              </a:schemeClr>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21" name="Freeform 5"/>
            <p:cNvSpPr/>
            <p:nvPr/>
          </p:nvSpPr>
          <p:spPr bwMode="auto">
            <a:xfrm>
              <a:off x="6977880" y="3515040"/>
              <a:ext cx="1316520" cy="1540800"/>
            </a:xfrm>
            <a:custGeom>
              <a:avLst/>
              <a:gdLst>
                <a:gd name="textAreaLeft" fmla="*/ 0 w 1316520"/>
                <a:gd name="textAreaRight" fmla="*/ 1317240 w 1316520"/>
                <a:gd name="textAreaTop" fmla="*/ 0 h 1540800"/>
                <a:gd name="textAreaBottom" fmla="*/ 1541520 h 1540800"/>
                <a:gd name="GluePoint1X" fmla="*/ 1201280 w 38305"/>
                <a:gd name="GluePoint1Y" fmla="*/ 3210855 h 63284"/>
                <a:gd name="GluePoint2X" fmla="*/ 1223105 w 38305"/>
                <a:gd name="GluePoint2Y" fmla="*/ 3365027 h 63284"/>
                <a:gd name="GluePoint3X" fmla="*/ 934146 w 38305"/>
                <a:gd name="GluePoint3Y" fmla="*/ 3522627 h 63284"/>
                <a:gd name="GluePoint4X" fmla="*/ 737271 w 38305"/>
                <a:gd name="GluePoint4Y" fmla="*/ 3716199 h 63284"/>
                <a:gd name="GluePoint5X" fmla="*/ 703637 w 38305"/>
                <a:gd name="GluePoint5Y" fmla="*/ 4062230 h 63284"/>
                <a:gd name="GluePoint6X" fmla="*/ 572387 w 38305"/>
                <a:gd name="GluePoint6Y" fmla="*/ 4445199 h 63284"/>
                <a:gd name="GluePoint7X" fmla="*/ 387172 w 38305"/>
                <a:gd name="GluePoint7Y" fmla="*/ 4834591 h 63284"/>
                <a:gd name="GluePoint8X" fmla="*/ 373419 w 38305"/>
                <a:gd name="GluePoint8Y" fmla="*/ 4992189 h 63284"/>
                <a:gd name="GluePoint9X" fmla="*/ 194632 w 38305"/>
                <a:gd name="GluePoint9Y" fmla="*/ 5247002 h 63284"/>
                <a:gd name="GluePoint10X" fmla="*/ 187457 w 38305"/>
                <a:gd name="GluePoint10Y" fmla="*/ 5944097 h 63284"/>
                <a:gd name="GluePoint11X" fmla="*/ 104791 w 38305"/>
                <a:gd name="GluePoint11Y" fmla="*/ 6108119 h 63284"/>
                <a:gd name="GluePoint12X" fmla="*/ 0 w 38305"/>
                <a:gd name="GluePoint12Y" fmla="*/ 6236061 h 63284"/>
                <a:gd name="GluePoint13X" fmla="*/ 7624 w 38305"/>
                <a:gd name="GluePoint13Y" fmla="*/ 6353724 h 63284"/>
                <a:gd name="GluePoint14X" fmla="*/ 260257 w 38305"/>
                <a:gd name="GluePoint14Y" fmla="*/ 6510894 h 63284"/>
                <a:gd name="GluePoint15X" fmla="*/ 550861 w 38305"/>
                <a:gd name="GluePoint15Y" fmla="*/ 6758106 h 63284"/>
                <a:gd name="GluePoint16X" fmla="*/ 790339 w 38305"/>
                <a:gd name="GluePoint16Y" fmla="*/ 6746864 h 63284"/>
                <a:gd name="GluePoint17X" fmla="*/ 855217 w 38305"/>
                <a:gd name="GluePoint17Y" fmla="*/ 6684874 h 63284"/>
                <a:gd name="GluePoint18X" fmla="*/ 1192311 w 38305"/>
                <a:gd name="GluePoint18Y" fmla="*/ 6671170 h 63284"/>
                <a:gd name="GluePoint19X" fmla="*/ 1555864 w 38305"/>
                <a:gd name="GluePoint19Y" fmla="*/ 6644832 h 63284"/>
                <a:gd name="GluePoint20X" fmla="*/ 1708042 w 38305"/>
                <a:gd name="GluePoint20Y" fmla="*/ 6738513 h 63284"/>
                <a:gd name="GluePoint21X" fmla="*/ 2217345 w 38305"/>
                <a:gd name="GluePoint21Y" fmla="*/ 6732517 h 63284"/>
                <a:gd name="GluePoint22X" fmla="*/ 2639647 w 38305"/>
                <a:gd name="GluePoint22Y" fmla="*/ 6670634 h 63284"/>
                <a:gd name="GluePoint23X" fmla="*/ 2823068 w 38305"/>
                <a:gd name="GluePoint23Y" fmla="*/ 6594940 h 63284"/>
                <a:gd name="GluePoint24X" fmla="*/ 3264803 w 38305"/>
                <a:gd name="GluePoint24Y" fmla="*/ 6633697 h 63284"/>
                <a:gd name="GluePoint25X" fmla="*/ 3709677 w 38305"/>
                <a:gd name="GluePoint25Y" fmla="*/ 6766457 h 63284"/>
                <a:gd name="GluePoint26X" fmla="*/ 4022255 w 38305"/>
                <a:gd name="GluePoint26Y" fmla="*/ 6775450 h 63284"/>
                <a:gd name="GluePoint27X" fmla="*/ 4358751 w 38305"/>
                <a:gd name="GluePoint27Y" fmla="*/ 6727806 h 63284"/>
                <a:gd name="GluePoint28X" fmla="*/ 4872539 w 38305"/>
                <a:gd name="GluePoint28Y" fmla="*/ 6736265 h 63284"/>
                <a:gd name="GluePoint29X" fmla="*/ 4898551 w 38305"/>
                <a:gd name="GluePoint29Y" fmla="*/ 4065549 h 63284"/>
                <a:gd name="GluePoint30X" fmla="*/ 4780155 w 38305"/>
                <a:gd name="GluePoint30Y" fmla="*/ 3984716 h 63284"/>
                <a:gd name="GluePoint31X" fmla="*/ 4595539 w 38305"/>
                <a:gd name="GluePoint31Y" fmla="*/ 3982253 h 63284"/>
                <a:gd name="GluePoint32X" fmla="*/ 4403298 w 38305"/>
                <a:gd name="GluePoint32Y" fmla="*/ 4015015 h 63284"/>
                <a:gd name="GluePoint33X" fmla="*/ 4239460 w 38305"/>
                <a:gd name="GluePoint33Y" fmla="*/ 4097026 h 63284"/>
                <a:gd name="GluePoint34X" fmla="*/ 4166062 w 38305"/>
                <a:gd name="GluePoint34Y" fmla="*/ 3890499 h 63284"/>
                <a:gd name="GluePoint35X" fmla="*/ 4016126 w 38305"/>
                <a:gd name="GluePoint35Y" fmla="*/ 3623160 h 63284"/>
                <a:gd name="GluePoint36X" fmla="*/ 4019564 w 38305"/>
                <a:gd name="GluePoint36Y" fmla="*/ 3101007 h 63284"/>
                <a:gd name="GluePoint37X" fmla="*/ 4360993 w 38305"/>
                <a:gd name="GluePoint37Y" fmla="*/ 2491277 h 63284"/>
                <a:gd name="GluePoint38X" fmla="*/ 4926804 w 38305"/>
                <a:gd name="GluePoint38Y" fmla="*/ 1256398 h 63284"/>
                <a:gd name="GluePoint39X" fmla="*/ 5335352 w 38305"/>
                <a:gd name="GluePoint39Y" fmla="*/ 873965 h 63284"/>
                <a:gd name="GluePoint40X" fmla="*/ 5507562 w 38305"/>
                <a:gd name="GluePoint40Y" fmla="*/ 885207 h 63284"/>
                <a:gd name="GluePoint41X" fmla="*/ 5696065 w 38305"/>
                <a:gd name="GluePoint41Y" fmla="*/ 856621 h 63284"/>
                <a:gd name="GluePoint42X" fmla="*/ 5726112 w 38305"/>
                <a:gd name="GluePoint42Y" fmla="*/ 726752 h 63284"/>
                <a:gd name="GluePoint43X" fmla="*/ 5503376 w 38305"/>
                <a:gd name="GluePoint43Y" fmla="*/ 450419 h 63284"/>
                <a:gd name="GluePoint44X" fmla="*/ 5214417 w 38305"/>
                <a:gd name="GluePoint44Y" fmla="*/ 7173 h 63284"/>
                <a:gd name="GluePoint45X" fmla="*/ 5084363 w 38305"/>
                <a:gd name="GluePoint45Y" fmla="*/ 0 h 63284"/>
                <a:gd name="GluePoint46X" fmla="*/ 4240207 w 38305"/>
                <a:gd name="GluePoint46Y" fmla="*/ 376759 h 63284"/>
                <a:gd name="GluePoint47X" fmla="*/ 3417878 w 38305"/>
                <a:gd name="GluePoint47Y" fmla="*/ 417872 h 63284"/>
                <a:gd name="GluePoint48X" fmla="*/ 3067629 w 38305"/>
                <a:gd name="GluePoint48Y" fmla="*/ 772254 h 63284"/>
                <a:gd name="GluePoint49X" fmla="*/ 2792573 w 38305"/>
                <a:gd name="GluePoint49Y" fmla="*/ 1320530 h 63284"/>
                <a:gd name="GluePoint50X" fmla="*/ 2540986 w 38305"/>
                <a:gd name="GluePoint50Y" fmla="*/ 2026832 h 63284"/>
                <a:gd name="GluePoint51X" fmla="*/ 2314661 w 38305"/>
                <a:gd name="GluePoint51Y" fmla="*/ 2589776 h 63284"/>
                <a:gd name="GluePoint52X" fmla="*/ 2134978 w 38305"/>
                <a:gd name="GluePoint52Y" fmla="*/ 2831955 h 63284"/>
                <a:gd name="GluePoint53X" fmla="*/ 2012249 w 38305"/>
                <a:gd name="GluePoint53Y" fmla="*/ 2838165 h 63284"/>
                <a:gd name="GluePoint54X" fmla="*/ 1428202 w 38305"/>
                <a:gd name="GluePoint54Y" fmla="*/ 3208607 h 63284"/>
                <a:gd name="GluePoint55X" fmla="*/ 1201280 w 38305"/>
                <a:gd name="GluePoint55Y" fmla="*/ 3210855 h 63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Lst>
              <a:rect l="textAreaLeft" t="textAreaTop" r="textAreaRight" b="textAreaBottom"/>
              <a:pathLst>
                <a:path w="38305" h="63284" fill="norm" stroke="1" extrusionOk="0">
                  <a:moveTo>
                    <a:pt x="8036" y="29990"/>
                  </a:moveTo>
                  <a:cubicBezTo>
                    <a:pt x="8085" y="30470"/>
                    <a:pt x="8133" y="30950"/>
                    <a:pt x="8182" y="31430"/>
                  </a:cubicBezTo>
                  <a:lnTo>
                    <a:pt x="6249" y="32902"/>
                  </a:lnTo>
                  <a:lnTo>
                    <a:pt x="4932" y="34710"/>
                  </a:lnTo>
                  <a:lnTo>
                    <a:pt x="4707" y="37942"/>
                  </a:lnTo>
                  <a:lnTo>
                    <a:pt x="3829" y="41519"/>
                  </a:lnTo>
                  <a:lnTo>
                    <a:pt x="2590" y="45156"/>
                  </a:lnTo>
                  <a:cubicBezTo>
                    <a:pt x="2559" y="45647"/>
                    <a:pt x="2529" y="46137"/>
                    <a:pt x="2498" y="46628"/>
                  </a:cubicBezTo>
                  <a:lnTo>
                    <a:pt x="1302" y="49008"/>
                  </a:lnTo>
                  <a:cubicBezTo>
                    <a:pt x="1286" y="51178"/>
                    <a:pt x="1270" y="53349"/>
                    <a:pt x="1254" y="55519"/>
                  </a:cubicBezTo>
                  <a:lnTo>
                    <a:pt x="701" y="57051"/>
                  </a:lnTo>
                  <a:lnTo>
                    <a:pt x="0" y="58246"/>
                  </a:lnTo>
                  <a:cubicBezTo>
                    <a:pt x="17" y="58612"/>
                    <a:pt x="34" y="58979"/>
                    <a:pt x="51" y="59345"/>
                  </a:cubicBezTo>
                  <a:lnTo>
                    <a:pt x="1741" y="60813"/>
                  </a:lnTo>
                  <a:lnTo>
                    <a:pt x="3685" y="63122"/>
                  </a:lnTo>
                  <a:lnTo>
                    <a:pt x="5287" y="63017"/>
                  </a:lnTo>
                  <a:lnTo>
                    <a:pt x="5721" y="62438"/>
                  </a:lnTo>
                  <a:lnTo>
                    <a:pt x="7976" y="62310"/>
                  </a:lnTo>
                  <a:lnTo>
                    <a:pt x="10408" y="62064"/>
                  </a:lnTo>
                  <a:lnTo>
                    <a:pt x="11426" y="62939"/>
                  </a:lnTo>
                  <a:lnTo>
                    <a:pt x="14833" y="62883"/>
                  </a:lnTo>
                  <a:lnTo>
                    <a:pt x="17658" y="62305"/>
                  </a:lnTo>
                  <a:lnTo>
                    <a:pt x="18885" y="61598"/>
                  </a:lnTo>
                  <a:lnTo>
                    <a:pt x="21840" y="61960"/>
                  </a:lnTo>
                  <a:lnTo>
                    <a:pt x="24816" y="63200"/>
                  </a:lnTo>
                  <a:lnTo>
                    <a:pt x="26907" y="63284"/>
                  </a:lnTo>
                  <a:lnTo>
                    <a:pt x="29158" y="62839"/>
                  </a:lnTo>
                  <a:lnTo>
                    <a:pt x="32595" y="62918"/>
                  </a:lnTo>
                  <a:cubicBezTo>
                    <a:pt x="32660" y="54555"/>
                    <a:pt x="32704" y="46336"/>
                    <a:pt x="32769" y="37973"/>
                  </a:cubicBezTo>
                  <a:lnTo>
                    <a:pt x="31977" y="37218"/>
                  </a:lnTo>
                  <a:lnTo>
                    <a:pt x="30742" y="37195"/>
                  </a:lnTo>
                  <a:lnTo>
                    <a:pt x="29456" y="37501"/>
                  </a:lnTo>
                  <a:lnTo>
                    <a:pt x="28360" y="38267"/>
                  </a:lnTo>
                  <a:lnTo>
                    <a:pt x="27869" y="36338"/>
                  </a:lnTo>
                  <a:lnTo>
                    <a:pt x="26866" y="33841"/>
                  </a:lnTo>
                  <a:cubicBezTo>
                    <a:pt x="26874" y="32215"/>
                    <a:pt x="26881" y="30590"/>
                    <a:pt x="26889" y="28964"/>
                  </a:cubicBezTo>
                  <a:lnTo>
                    <a:pt x="29173" y="23269"/>
                  </a:lnTo>
                  <a:lnTo>
                    <a:pt x="32958" y="11735"/>
                  </a:lnTo>
                  <a:lnTo>
                    <a:pt x="35691" y="8163"/>
                  </a:lnTo>
                  <a:lnTo>
                    <a:pt x="36843" y="8268"/>
                  </a:lnTo>
                  <a:lnTo>
                    <a:pt x="38104" y="8001"/>
                  </a:lnTo>
                  <a:lnTo>
                    <a:pt x="38305" y="6788"/>
                  </a:lnTo>
                  <a:lnTo>
                    <a:pt x="36815" y="4207"/>
                  </a:lnTo>
                  <a:lnTo>
                    <a:pt x="34882" y="67"/>
                  </a:lnTo>
                  <a:lnTo>
                    <a:pt x="34012" y="0"/>
                  </a:lnTo>
                  <a:lnTo>
                    <a:pt x="28365" y="3519"/>
                  </a:lnTo>
                  <a:lnTo>
                    <a:pt x="22864" y="3903"/>
                  </a:lnTo>
                  <a:lnTo>
                    <a:pt x="20521" y="7213"/>
                  </a:lnTo>
                  <a:lnTo>
                    <a:pt x="18681" y="12334"/>
                  </a:lnTo>
                  <a:lnTo>
                    <a:pt x="16998" y="18931"/>
                  </a:lnTo>
                  <a:lnTo>
                    <a:pt x="15484" y="24189"/>
                  </a:lnTo>
                  <a:lnTo>
                    <a:pt x="14282" y="26451"/>
                  </a:lnTo>
                  <a:lnTo>
                    <a:pt x="13461" y="26509"/>
                  </a:lnTo>
                  <a:lnTo>
                    <a:pt x="9554" y="29969"/>
                  </a:lnTo>
                  <a:lnTo>
                    <a:pt x="8036" y="29990"/>
                  </a:ln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sp>
          <p:nvSpPr>
            <p:cNvPr id="222" name="Freeform 5"/>
            <p:cNvSpPr/>
            <p:nvPr/>
          </p:nvSpPr>
          <p:spPr bwMode="auto">
            <a:xfrm>
              <a:off x="6095520" y="4960800"/>
              <a:ext cx="2010600" cy="1517400"/>
            </a:xfrm>
            <a:custGeom>
              <a:avLst/>
              <a:gdLst>
                <a:gd name="textAreaLeft" fmla="*/ 0 w 2010600"/>
                <a:gd name="textAreaRight" fmla="*/ 2011320 w 2010600"/>
                <a:gd name="textAreaTop" fmla="*/ 0 h 1517400"/>
                <a:gd name="textAreaBottom" fmla="*/ 1518120 h 1517400"/>
                <a:gd name="GluePoint1X" fmla="*/ 2878704 w 15406"/>
                <a:gd name="GluePoint1Y" fmla="*/ 856893 h 86888"/>
                <a:gd name="GluePoint2X" fmla="*/ 3206191 w 15406"/>
                <a:gd name="GluePoint2Y" fmla="*/ 604906 h 86888"/>
                <a:gd name="GluePoint3X" fmla="*/ 3246488 w 15406"/>
                <a:gd name="GluePoint3Y" fmla="*/ 444181 h 86888"/>
                <a:gd name="GluePoint4X" fmla="*/ 3445705 w 15406"/>
                <a:gd name="GluePoint4Y" fmla="*/ 259969 h 86888"/>
                <a:gd name="GluePoint5X" fmla="*/ 3534245 w 15406"/>
                <a:gd name="GluePoint5Y" fmla="*/ 289750 h 86888"/>
                <a:gd name="GluePoint6X" fmla="*/ 3845840 w 15406"/>
                <a:gd name="GluePoint6Y" fmla="*/ 0 h 86888"/>
                <a:gd name="GluePoint7X" fmla="*/ 4098975 w 15406"/>
                <a:gd name="GluePoint7Y" fmla="*/ 157117 h 86888"/>
                <a:gd name="GluePoint8X" fmla="*/ 4389002 w 15406"/>
                <a:gd name="GluePoint8Y" fmla="*/ 404192 h 86888"/>
                <a:gd name="GluePoint9X" fmla="*/ 4628516 w 15406"/>
                <a:gd name="GluePoint9Y" fmla="*/ 392909 h 86888"/>
                <a:gd name="GluePoint10X" fmla="*/ 4693787 w 15406"/>
                <a:gd name="GluePoint10Y" fmla="*/ 330968 h 86888"/>
                <a:gd name="GluePoint11X" fmla="*/ 5030922 w 15406"/>
                <a:gd name="GluePoint11Y" fmla="*/ 317305 h 86888"/>
                <a:gd name="GluePoint12X" fmla="*/ 5394166 w 15406"/>
                <a:gd name="GluePoint12Y" fmla="*/ 290978 h 86888"/>
                <a:gd name="GluePoint13X" fmla="*/ 5546274 w 15406"/>
                <a:gd name="GluePoint13Y" fmla="*/ 384543 h 86888"/>
                <a:gd name="GluePoint14X" fmla="*/ 6055382 w 15406"/>
                <a:gd name="GluePoint14Y" fmla="*/ 378556 h 86888"/>
                <a:gd name="GluePoint15X" fmla="*/ 6477652 w 15406"/>
                <a:gd name="GluePoint15Y" fmla="*/ 316768 h 86888"/>
                <a:gd name="GluePoint16X" fmla="*/ 6660977 w 15406"/>
                <a:gd name="GluePoint16Y" fmla="*/ 241087 h 86888"/>
                <a:gd name="GluePoint17X" fmla="*/ 7103112 w 15406"/>
                <a:gd name="GluePoint17Y" fmla="*/ 279849 h 86888"/>
                <a:gd name="GluePoint18X" fmla="*/ 7547517 w 15406"/>
                <a:gd name="GluePoint18Y" fmla="*/ 412481 h 86888"/>
                <a:gd name="GluePoint19X" fmla="*/ 7860247 w 15406"/>
                <a:gd name="GluePoint19Y" fmla="*/ 421462 h 86888"/>
                <a:gd name="GluePoint20X" fmla="*/ 8196815 w 15406"/>
                <a:gd name="GluePoint20Y" fmla="*/ 373874 h 86888"/>
                <a:gd name="GluePoint21X" fmla="*/ 8710464 w 15406"/>
                <a:gd name="GluePoint21Y" fmla="*/ 382317 h 86888"/>
                <a:gd name="GluePoint22X" fmla="*/ 8743950 w 15406"/>
                <a:gd name="GluePoint22Y" fmla="*/ 2224129 h 86888"/>
                <a:gd name="GluePoint23X" fmla="*/ 8321680 w 15406"/>
                <a:gd name="GluePoint23Y" fmla="*/ 2202791 h 86888"/>
                <a:gd name="GluePoint24X" fmla="*/ 8081599 w 15406"/>
                <a:gd name="GluePoint24Y" fmla="*/ 2267189 h 86888"/>
                <a:gd name="GluePoint25X" fmla="*/ 7737652 w 15406"/>
                <a:gd name="GluePoint25Y" fmla="*/ 2286992 h 86888"/>
                <a:gd name="GluePoint26X" fmla="*/ 7542409 w 15406"/>
                <a:gd name="GluePoint26Y" fmla="*/ 2355918 h 86888"/>
                <a:gd name="GluePoint27X" fmla="*/ 7227977 w 15406"/>
                <a:gd name="GluePoint27Y" fmla="*/ 2563157 h 86888"/>
                <a:gd name="GluePoint28X" fmla="*/ 6981085 w 15406"/>
                <a:gd name="GluePoint28Y" fmla="*/ 2889672 h 86888"/>
                <a:gd name="GluePoint29X" fmla="*/ 7111625 w 15406"/>
                <a:gd name="GluePoint29Y" fmla="*/ 5950047 h 86888"/>
                <a:gd name="GluePoint30X" fmla="*/ 328054 w 15406"/>
                <a:gd name="GluePoint30Y" fmla="*/ 5943984 h 86888"/>
                <a:gd name="GluePoint31X" fmla="*/ 122027 w 15406"/>
                <a:gd name="GluePoint31Y" fmla="*/ 6238109 h 86888"/>
                <a:gd name="GluePoint32X" fmla="*/ 151541 w 15406"/>
                <a:gd name="GluePoint32Y" fmla="*/ 6525863 h 86888"/>
                <a:gd name="GluePoint33X" fmla="*/ 96487 w 15406"/>
                <a:gd name="GluePoint33Y" fmla="*/ 6667783 h 86888"/>
                <a:gd name="GluePoint34X" fmla="*/ 20432 w 15406"/>
                <a:gd name="GluePoint34Y" fmla="*/ 6669088 h 86888"/>
                <a:gd name="GluePoint35X" fmla="*/ 0 w 15406"/>
                <a:gd name="GluePoint35Y" fmla="*/ 6229129 h 86888"/>
                <a:gd name="GluePoint36X" fmla="*/ 126000 w 15406"/>
                <a:gd name="GluePoint36Y" fmla="*/ 6059193 h 86888"/>
                <a:gd name="GluePoint37X" fmla="*/ 165162 w 15406"/>
                <a:gd name="GluePoint37Y" fmla="*/ 5890869 h 86888"/>
                <a:gd name="GluePoint38X" fmla="*/ 182189 w 15406"/>
                <a:gd name="GluePoint38Y" fmla="*/ 5662293 h 86888"/>
                <a:gd name="GluePoint39X" fmla="*/ 241216 w 15406"/>
                <a:gd name="GluePoint39Y" fmla="*/ 5422971 h 86888"/>
                <a:gd name="GluePoint40X" fmla="*/ 378000 w 15406"/>
                <a:gd name="GluePoint40Y" fmla="*/ 5222871 h 86888"/>
                <a:gd name="GluePoint41X" fmla="*/ 354730 w 15406"/>
                <a:gd name="GluePoint41Y" fmla="*/ 4992375 h 86888"/>
                <a:gd name="GluePoint42X" fmla="*/ 612973 w 15406"/>
                <a:gd name="GluePoint42Y" fmla="*/ 4594554 h 86888"/>
                <a:gd name="GluePoint43X" fmla="*/ 731027 w 15406"/>
                <a:gd name="GluePoint43Y" fmla="*/ 4311097 h 86888"/>
                <a:gd name="GluePoint44X" fmla="*/ 962028 w 15406"/>
                <a:gd name="GluePoint44Y" fmla="*/ 4247698 h 86888"/>
                <a:gd name="GluePoint45X" fmla="*/ 1395649 w 15406"/>
                <a:gd name="GluePoint45Y" fmla="*/ 3729295 h 86888"/>
                <a:gd name="GluePoint46X" fmla="*/ 1366136 w 15406"/>
                <a:gd name="GluePoint46Y" fmla="*/ 3424731 h 86888"/>
                <a:gd name="GluePoint47X" fmla="*/ 1442190 w 15406"/>
                <a:gd name="GluePoint47Y" fmla="*/ 3221561 h 86888"/>
                <a:gd name="GluePoint48X" fmla="*/ 1647650 w 15406"/>
                <a:gd name="GluePoint48Y" fmla="*/ 3071428 h 86888"/>
                <a:gd name="GluePoint49X" fmla="*/ 1729947 w 15406"/>
                <a:gd name="GluePoint49Y" fmla="*/ 2938181 h 86888"/>
                <a:gd name="GluePoint50X" fmla="*/ 1647082 w 15406"/>
                <a:gd name="GluePoint50Y" fmla="*/ 2756349 h 86888"/>
                <a:gd name="GluePoint51X" fmla="*/ 1854812 w 15406"/>
                <a:gd name="GluePoint51Y" fmla="*/ 2451708 h 86888"/>
                <a:gd name="GluePoint52X" fmla="*/ 2019406 w 15406"/>
                <a:gd name="GluePoint52Y" fmla="*/ 2083514 h 86888"/>
                <a:gd name="GluePoint53X" fmla="*/ 2370731 w 15406"/>
                <a:gd name="GluePoint53Y" fmla="*/ 1700584 h 86888"/>
                <a:gd name="GluePoint54X" fmla="*/ 2479137 w 15406"/>
                <a:gd name="GluePoint54Y" fmla="*/ 1492961 h 86888"/>
                <a:gd name="GluePoint55X" fmla="*/ 2398542 w 15406"/>
                <a:gd name="GluePoint55Y" fmla="*/ 1446678 h 86888"/>
                <a:gd name="GluePoint56X" fmla="*/ 2190812 w 15406"/>
                <a:gd name="GluePoint56Y" fmla="*/ 1660441 h 86888"/>
                <a:gd name="GluePoint57X" fmla="*/ 2087515 w 15406"/>
                <a:gd name="GluePoint57Y" fmla="*/ 1829762 h 86888"/>
                <a:gd name="GluePoint58X" fmla="*/ 1934839 w 15406"/>
                <a:gd name="GluePoint58Y" fmla="*/ 1865684 h 86888"/>
                <a:gd name="GluePoint59X" fmla="*/ 2135758 w 15406"/>
                <a:gd name="GluePoint59Y" fmla="*/ 1506010 h 86888"/>
                <a:gd name="GluePoint60X" fmla="*/ 2518867 w 15406"/>
                <a:gd name="GluePoint60Y" fmla="*/ 1091379 h 86888"/>
                <a:gd name="GluePoint61X" fmla="*/ 2684029 w 15406"/>
                <a:gd name="GluePoint61Y" fmla="*/ 1059756 h 86888"/>
                <a:gd name="GluePoint62X" fmla="*/ 2878704 w 15406"/>
                <a:gd name="GluePoint62Y" fmla="*/ 856893 h 868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Lst>
              <a:rect l="textAreaLeft" t="textAreaTop" r="textAreaRight" b="textAreaBottom"/>
              <a:pathLst>
                <a:path w="15406" h="86888" fill="norm" stroke="1" extrusionOk="0">
                  <a:moveTo>
                    <a:pt x="5072" y="11164"/>
                  </a:moveTo>
                  <a:lnTo>
                    <a:pt x="5649" y="7881"/>
                  </a:lnTo>
                  <a:cubicBezTo>
                    <a:pt x="5673" y="7183"/>
                    <a:pt x="5696" y="6485"/>
                    <a:pt x="5720" y="5787"/>
                  </a:cubicBezTo>
                  <a:lnTo>
                    <a:pt x="6071" y="3387"/>
                  </a:lnTo>
                  <a:lnTo>
                    <a:pt x="6227" y="3775"/>
                  </a:lnTo>
                  <a:lnTo>
                    <a:pt x="6776" y="0"/>
                  </a:lnTo>
                  <a:cubicBezTo>
                    <a:pt x="6925" y="682"/>
                    <a:pt x="7073" y="1365"/>
                    <a:pt x="7222" y="2047"/>
                  </a:cubicBezTo>
                  <a:cubicBezTo>
                    <a:pt x="7392" y="3120"/>
                    <a:pt x="7563" y="4193"/>
                    <a:pt x="7733" y="5266"/>
                  </a:cubicBezTo>
                  <a:lnTo>
                    <a:pt x="8155" y="5119"/>
                  </a:lnTo>
                  <a:cubicBezTo>
                    <a:pt x="8193" y="4850"/>
                    <a:pt x="8232" y="4581"/>
                    <a:pt x="8270" y="4312"/>
                  </a:cubicBezTo>
                  <a:lnTo>
                    <a:pt x="8864" y="4134"/>
                  </a:lnTo>
                  <a:lnTo>
                    <a:pt x="9504" y="3791"/>
                  </a:lnTo>
                  <a:cubicBezTo>
                    <a:pt x="9593" y="4197"/>
                    <a:pt x="9683" y="4604"/>
                    <a:pt x="9772" y="5010"/>
                  </a:cubicBezTo>
                  <a:lnTo>
                    <a:pt x="10669" y="4932"/>
                  </a:lnTo>
                  <a:lnTo>
                    <a:pt x="11413" y="4127"/>
                  </a:lnTo>
                  <a:lnTo>
                    <a:pt x="11736" y="3141"/>
                  </a:lnTo>
                  <a:lnTo>
                    <a:pt x="12515" y="3646"/>
                  </a:lnTo>
                  <a:lnTo>
                    <a:pt x="13298" y="5374"/>
                  </a:lnTo>
                  <a:lnTo>
                    <a:pt x="13849" y="5491"/>
                  </a:lnTo>
                  <a:lnTo>
                    <a:pt x="14442" y="4871"/>
                  </a:lnTo>
                  <a:lnTo>
                    <a:pt x="15347" y="4981"/>
                  </a:lnTo>
                  <a:cubicBezTo>
                    <a:pt x="15367" y="12980"/>
                    <a:pt x="15386" y="20978"/>
                    <a:pt x="15406" y="28977"/>
                  </a:cubicBezTo>
                  <a:lnTo>
                    <a:pt x="14662" y="28699"/>
                  </a:lnTo>
                  <a:lnTo>
                    <a:pt x="14239" y="29538"/>
                  </a:lnTo>
                  <a:lnTo>
                    <a:pt x="13633" y="29796"/>
                  </a:lnTo>
                  <a:cubicBezTo>
                    <a:pt x="13518" y="30095"/>
                    <a:pt x="13404" y="30395"/>
                    <a:pt x="13289" y="30694"/>
                  </a:cubicBezTo>
                  <a:lnTo>
                    <a:pt x="12735" y="33394"/>
                  </a:lnTo>
                  <a:lnTo>
                    <a:pt x="12300" y="37648"/>
                  </a:lnTo>
                  <a:cubicBezTo>
                    <a:pt x="12367" y="51231"/>
                    <a:pt x="12463" y="63937"/>
                    <a:pt x="12530" y="77520"/>
                  </a:cubicBezTo>
                  <a:lnTo>
                    <a:pt x="578" y="77441"/>
                  </a:lnTo>
                  <a:lnTo>
                    <a:pt x="215" y="81273"/>
                  </a:lnTo>
                  <a:cubicBezTo>
                    <a:pt x="232" y="82523"/>
                    <a:pt x="250" y="83772"/>
                    <a:pt x="267" y="85022"/>
                  </a:cubicBezTo>
                  <a:cubicBezTo>
                    <a:pt x="235" y="85638"/>
                    <a:pt x="202" y="86255"/>
                    <a:pt x="170" y="86871"/>
                  </a:cubicBezTo>
                  <a:lnTo>
                    <a:pt x="36" y="86888"/>
                  </a:lnTo>
                  <a:cubicBezTo>
                    <a:pt x="24" y="84977"/>
                    <a:pt x="12" y="83067"/>
                    <a:pt x="0" y="81156"/>
                  </a:cubicBezTo>
                  <a:lnTo>
                    <a:pt x="222" y="78942"/>
                  </a:lnTo>
                  <a:lnTo>
                    <a:pt x="291" y="76749"/>
                  </a:lnTo>
                  <a:cubicBezTo>
                    <a:pt x="301" y="75756"/>
                    <a:pt x="311" y="74764"/>
                    <a:pt x="321" y="73771"/>
                  </a:cubicBezTo>
                  <a:cubicBezTo>
                    <a:pt x="356" y="72732"/>
                    <a:pt x="390" y="71692"/>
                    <a:pt x="425" y="70653"/>
                  </a:cubicBezTo>
                  <a:cubicBezTo>
                    <a:pt x="505" y="69784"/>
                    <a:pt x="586" y="68915"/>
                    <a:pt x="666" y="68046"/>
                  </a:cubicBezTo>
                  <a:cubicBezTo>
                    <a:pt x="652" y="67045"/>
                    <a:pt x="639" y="66044"/>
                    <a:pt x="625" y="65043"/>
                  </a:cubicBezTo>
                  <a:cubicBezTo>
                    <a:pt x="777" y="63315"/>
                    <a:pt x="928" y="61588"/>
                    <a:pt x="1080" y="59860"/>
                  </a:cubicBezTo>
                  <a:cubicBezTo>
                    <a:pt x="1149" y="58629"/>
                    <a:pt x="1219" y="57398"/>
                    <a:pt x="1288" y="56167"/>
                  </a:cubicBezTo>
                  <a:lnTo>
                    <a:pt x="1695" y="55341"/>
                  </a:lnTo>
                  <a:cubicBezTo>
                    <a:pt x="1950" y="53090"/>
                    <a:pt x="2204" y="50838"/>
                    <a:pt x="2459" y="48587"/>
                  </a:cubicBezTo>
                  <a:cubicBezTo>
                    <a:pt x="2442" y="47264"/>
                    <a:pt x="2424" y="45942"/>
                    <a:pt x="2407" y="44619"/>
                  </a:cubicBezTo>
                  <a:cubicBezTo>
                    <a:pt x="2452" y="43737"/>
                    <a:pt x="2496" y="42854"/>
                    <a:pt x="2541" y="41972"/>
                  </a:cubicBezTo>
                  <a:cubicBezTo>
                    <a:pt x="2662" y="41320"/>
                    <a:pt x="2782" y="40668"/>
                    <a:pt x="2903" y="40016"/>
                  </a:cubicBezTo>
                  <a:cubicBezTo>
                    <a:pt x="2951" y="39437"/>
                    <a:pt x="3000" y="38859"/>
                    <a:pt x="3048" y="38280"/>
                  </a:cubicBezTo>
                  <a:cubicBezTo>
                    <a:pt x="2999" y="37490"/>
                    <a:pt x="2951" y="36701"/>
                    <a:pt x="2902" y="35911"/>
                  </a:cubicBezTo>
                  <a:lnTo>
                    <a:pt x="3268" y="31942"/>
                  </a:lnTo>
                  <a:cubicBezTo>
                    <a:pt x="3365" y="30343"/>
                    <a:pt x="3461" y="28744"/>
                    <a:pt x="3558" y="27145"/>
                  </a:cubicBezTo>
                  <a:cubicBezTo>
                    <a:pt x="3701" y="25694"/>
                    <a:pt x="4034" y="23607"/>
                    <a:pt x="4177" y="22156"/>
                  </a:cubicBezTo>
                  <a:cubicBezTo>
                    <a:pt x="4241" y="21254"/>
                    <a:pt x="4304" y="20353"/>
                    <a:pt x="4368" y="19451"/>
                  </a:cubicBezTo>
                  <a:cubicBezTo>
                    <a:pt x="4321" y="19250"/>
                    <a:pt x="4273" y="19049"/>
                    <a:pt x="4226" y="18848"/>
                  </a:cubicBezTo>
                  <a:lnTo>
                    <a:pt x="3860" y="21633"/>
                  </a:lnTo>
                  <a:cubicBezTo>
                    <a:pt x="3799" y="22368"/>
                    <a:pt x="3739" y="23104"/>
                    <a:pt x="3678" y="23839"/>
                  </a:cubicBezTo>
                  <a:lnTo>
                    <a:pt x="3409" y="24307"/>
                  </a:lnTo>
                  <a:lnTo>
                    <a:pt x="3763" y="19621"/>
                  </a:lnTo>
                  <a:lnTo>
                    <a:pt x="4438" y="14219"/>
                  </a:lnTo>
                  <a:lnTo>
                    <a:pt x="4729" y="13807"/>
                  </a:lnTo>
                  <a:cubicBezTo>
                    <a:pt x="4843" y="12926"/>
                    <a:pt x="4958" y="12045"/>
                    <a:pt x="5072" y="11164"/>
                  </a:cubicBezTo>
                  <a:close/>
                </a:path>
              </a:pathLst>
            </a:custGeom>
            <a:solidFill>
              <a:srgbClr val="255AA8"/>
            </a:solidFill>
            <a:ln w="6350">
              <a:solidFill>
                <a:srgbClr val="FFFFFF"/>
              </a:solidFill>
              <a:round/>
            </a:ln>
            <a:effectLst>
              <a:outerShdw dist="27691" dir="6973916" algn="ctr" rotWithShape="0">
                <a:srgbClr val="B2B2B2">
                  <a:alpha val="50000"/>
                </a:srgbClr>
              </a:outerShdw>
            </a:effectLst>
          </p:spPr>
          <p:style>
            <a:lnRef idx="0">
              <a:srgbClr val="000000"/>
            </a:lnRef>
            <a:fillRef idx="0">
              <a:srgbClr val="000000"/>
            </a:fillRef>
            <a:effectRef idx="0">
              <a:srgbClr val="000000"/>
            </a:effectRef>
            <a:fontRef idx="minor"/>
          </p:style>
          <p:txBody>
            <a:bodyPr lIns="90000" tIns="45000" rIns="90000" bIns="45000" anchor="t">
              <a:noAutofit/>
            </a:bodyPr>
            <a:lstStyle/>
            <a:p>
              <a:pPr>
                <a:defRPr/>
              </a:pPr>
              <a:endParaRPr lang="en-US" sz="1200" b="0" u="none" strike="noStrike">
                <a:solidFill>
                  <a:srgbClr val="000000"/>
                </a:solidFill>
                <a:latin typeface="Calibri"/>
              </a:endParaRPr>
            </a:p>
          </p:txBody>
        </p:sp>
      </p:grpSp>
      <p:cxnSp>
        <p:nvCxnSpPr>
          <p:cNvPr id="790830356" name="Elbow Connector 31" descr="Map_Pointer"/>
          <p:cNvCxnSpPr/>
          <p:nvPr/>
        </p:nvCxnSpPr>
        <p:spPr bwMode="auto">
          <a:xfrm flipV="1">
            <a:off x="5418000" y="2909519"/>
            <a:ext cx="2043720" cy="604800"/>
          </a:xfrm>
          <a:prstGeom prst="bentConnector3">
            <a:avLst>
              <a:gd name="adj1" fmla="val 50000"/>
            </a:avLst>
          </a:prstGeom>
          <a:ln w="28575">
            <a:solidFill>
              <a:srgbClr val="000000"/>
            </a:solidFill>
            <a:round/>
            <a:tailEnd type="triangle" w="med" len="med"/>
          </a:ln>
        </p:spPr>
      </p:cxnSp>
      <p:sp>
        <p:nvSpPr>
          <p:cNvPr id="809225715" name="Ellipse 14" descr="point_Pointer"/>
          <p:cNvSpPr/>
          <p:nvPr/>
        </p:nvSpPr>
        <p:spPr bwMode="auto">
          <a:xfrm>
            <a:off x="8705160" y="606240"/>
            <a:ext cx="135000" cy="150120"/>
          </a:xfrm>
          <a:prstGeom prst="ellipse">
            <a:avLst/>
          </a:prstGeom>
          <a:solidFill>
            <a:schemeClr val="tx1"/>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67680" tIns="45000" rIns="67680" bIns="45000" anchor="ctr">
            <a:noAutofit/>
          </a:bodyPr>
          <a:lstStyle/>
          <a:p>
            <a:pPr>
              <a:defRPr/>
            </a:pPr>
            <a:endParaRPr lang="fr-FR" sz="1800" b="0" u="none" strike="noStrike">
              <a:solidFill>
                <a:schemeClr val="dk1"/>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6011908" name="TextBox 18"/>
          <p:cNvSpPr/>
          <p:nvPr/>
        </p:nvSpPr>
        <p:spPr bwMode="auto">
          <a:xfrm>
            <a:off x="172440" y="3429000"/>
            <a:ext cx="11923920" cy="21538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3400" b="1" u="none" strike="noStrike" spc="-300">
                <a:solidFill>
                  <a:srgbClr val="F6C819"/>
                </a:solidFill>
                <a:latin typeface="Arial"/>
                <a:ea typeface="Arial"/>
              </a:rPr>
              <a:t>BENSLIMANE</a:t>
            </a:r>
            <a:endParaRPr lang="en-US" sz="13400" b="0" u="none" strike="noStrike">
              <a:solidFill>
                <a:srgbClr val="000000"/>
              </a:solidFill>
              <a:latin typeface="Arial"/>
            </a:endParaRPr>
          </a:p>
        </p:txBody>
      </p:sp>
      <p:sp>
        <p:nvSpPr>
          <p:cNvPr id="120126619" name="Rounded Rectangle 22"/>
          <p:cNvSpPr/>
          <p:nvPr/>
        </p:nvSpPr>
        <p:spPr bwMode="auto">
          <a:xfrm>
            <a:off x="277560" y="1058760"/>
            <a:ext cx="11636280" cy="2985480"/>
          </a:xfrm>
          <a:prstGeom prst="roundRect">
            <a:avLst>
              <a:gd name="adj" fmla="val 0"/>
            </a:avLst>
          </a:prstGeom>
          <a:gradFill rotWithShape="0">
            <a:gsLst>
              <a:gs pos="0">
                <a:srgbClr val="FFFFFF">
                  <a:alpha val="0"/>
                </a:srgbClr>
              </a:gs>
              <a:gs pos="99000">
                <a:srgbClr val="FFF2CC">
                  <a:alpha val="33000"/>
                </a:srgbClr>
              </a:gs>
            </a:gsLst>
            <a:lin ang="0" scaled="1"/>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pic>
        <p:nvPicPr>
          <p:cNvPr id="1733151118" name="Picture 3"/>
          <p:cNvPicPr/>
          <p:nvPr/>
        </p:nvPicPr>
        <p:blipFill rotWithShape="1">
          <a:blip r:embed="rId3"/>
          <a:stretch/>
        </p:blipFill>
        <p:spPr bwMode="auto">
          <a:xfrm>
            <a:off x="10804680" y="132480"/>
            <a:ext cx="1053360" cy="856800"/>
          </a:xfrm>
          <a:prstGeom prst="rect">
            <a:avLst/>
          </a:prstGeom>
          <a:noFill/>
          <a:ln w="0">
            <a:noFill/>
          </a:ln>
        </p:spPr>
      </p:pic>
      <p:sp>
        <p:nvSpPr>
          <p:cNvPr id="638761683" name="TextBox 17"/>
          <p:cNvSpPr/>
          <p:nvPr/>
        </p:nvSpPr>
        <p:spPr bwMode="auto">
          <a:xfrm>
            <a:off x="494280" y="1457640"/>
            <a:ext cx="11259000" cy="734503"/>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spcBef>
                <a:spcPts val="1190"/>
              </a:spcBef>
              <a:spcAft>
                <a:spcPts val="992"/>
              </a:spcAft>
              <a:defRPr/>
            </a:pPr>
            <a:r>
              <a:rPr lang="fr-MA" sz="1600" b="0" u="none" strike="noStrike">
                <a:solidFill>
                  <a:srgbClr val="1A1A1A"/>
                </a:solidFill>
                <a:latin typeface="Arial"/>
                <a:ea typeface="Arial"/>
              </a:rPr>
              <a:t>{{destination_paragraph:paragraphs=</a:t>
            </a:r>
            <a:r>
              <a:rPr lang="fr-FR" sz="1600" b="0" u="none" strike="noStrike">
                <a:solidFill>
                  <a:srgbClr val="1A1A1A"/>
                </a:solidFill>
                <a:latin typeface="Arial"/>
                <a:ea typeface="Arial"/>
              </a:rPr>
              <a:t>3</a:t>
            </a:r>
            <a:r>
              <a:rPr lang="fr-MA" sz="1600" b="0" u="none" strike="noStrike">
                <a:solidFill>
                  <a:srgbClr val="1A1A1A"/>
                </a:solidFill>
                <a:latin typeface="Arial"/>
                <a:ea typeface="Arial"/>
              </a:rPr>
              <a:t>}}</a:t>
            </a:r>
            <a:endParaRPr lang="en-US" sz="1600" b="0" u="none" strike="noStrike">
              <a:solidFill>
                <a:srgbClr val="000000"/>
              </a:solidFill>
              <a:latin typeface="Arial"/>
            </a:endParaRPr>
          </a:p>
          <a:p>
            <a:pPr defTabSz="914400">
              <a:lnSpc>
                <a:spcPct val="100000"/>
              </a:lnSpc>
              <a:defRPr/>
            </a:pPr>
            <a:endParaRPr lang="en-US" sz="1800" b="0" u="none" strike="noStrike">
              <a:solidFill>
                <a:srgbClr val="000000"/>
              </a:solidFill>
              <a:latin typeface="Arial"/>
            </a:endParaRPr>
          </a:p>
        </p:txBody>
      </p:sp>
      <p:grpSp>
        <p:nvGrpSpPr>
          <p:cNvPr id="1204200684" name="Group 27"/>
          <p:cNvGrpSpPr/>
          <p:nvPr/>
        </p:nvGrpSpPr>
        <p:grpSpPr bwMode="auto">
          <a:xfrm>
            <a:off x="333360" y="314280"/>
            <a:ext cx="2235240" cy="375840"/>
            <a:chOff x="333360" y="314280"/>
            <a:chExt cx="2235240" cy="375840"/>
          </a:xfrm>
        </p:grpSpPr>
        <p:sp>
          <p:nvSpPr>
            <p:cNvPr id="230" name="Triangle 28"/>
            <p:cNvSpPr/>
            <p:nvPr/>
          </p:nvSpPr>
          <p:spPr bwMode="auto">
            <a:xfrm rot="5400000">
              <a:off x="307080" y="339840"/>
              <a:ext cx="375840" cy="32400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31" name="Triangle 29"/>
            <p:cNvSpPr/>
            <p:nvPr/>
          </p:nvSpPr>
          <p:spPr bwMode="auto">
            <a:xfrm rot="5400000">
              <a:off x="626400" y="339840"/>
              <a:ext cx="375840" cy="32400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32" name="Triangle 30"/>
            <p:cNvSpPr/>
            <p:nvPr/>
          </p:nvSpPr>
          <p:spPr bwMode="auto">
            <a:xfrm rot="5400000">
              <a:off x="1263240" y="339840"/>
              <a:ext cx="375840" cy="32400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33" name="Triangle 31"/>
            <p:cNvSpPr/>
            <p:nvPr/>
          </p:nvSpPr>
          <p:spPr bwMode="auto">
            <a:xfrm rot="5400000">
              <a:off x="2218680" y="339840"/>
              <a:ext cx="375840" cy="32400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pic>
        <p:nvPicPr>
          <p:cNvPr id="557747461" name="Image 2"/>
          <p:cNvPicPr/>
          <p:nvPr/>
        </p:nvPicPr>
        <p:blipFill rotWithShape="1">
          <a:blip r:embed="rId4"/>
          <a:stretch/>
        </p:blipFill>
        <p:spPr bwMode="auto">
          <a:xfrm>
            <a:off x="2302200" y="3531600"/>
            <a:ext cx="9899280" cy="332568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040691" name="TextBox 9"/>
          <p:cNvSpPr/>
          <p:nvPr/>
        </p:nvSpPr>
        <p:spPr bwMode="auto">
          <a:xfrm>
            <a:off x="468000" y="220680"/>
            <a:ext cx="10063800" cy="52236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2800" b="1" u="none" strike="noStrike">
                <a:solidFill>
                  <a:schemeClr val="accent4"/>
                </a:solidFill>
                <a:latin typeface="Arial"/>
                <a:ea typeface="GulimChe"/>
              </a:rPr>
              <a:t>NOTRE PROPOSITION </a:t>
            </a:r>
            <a:r>
              <a:rPr lang="fr-FR" sz="2800" b="0" u="none" strike="noStrike">
                <a:solidFill>
                  <a:schemeClr val="dk1">
                    <a:lumMod val="85000"/>
                    <a:lumOff val="15000"/>
                  </a:schemeClr>
                </a:solidFill>
                <a:latin typeface="Arial"/>
                <a:ea typeface="GulimChe"/>
              </a:rPr>
              <a:t>PROGRAMME </a:t>
            </a:r>
            <a:r>
              <a:rPr lang="fr-FR" sz="1400" b="0" u="none" strike="noStrike">
                <a:solidFill>
                  <a:srgbClr val="FF0000"/>
                </a:solidFill>
                <a:latin typeface="Arial"/>
                <a:ea typeface="GulimChe"/>
              </a:rPr>
              <a:t>(</a:t>
            </a:r>
            <a:r>
              <a:rPr lang="fr-FR" sz="1000" b="0" u="none" strike="noStrike">
                <a:solidFill>
                  <a:srgbClr val="FF0000"/>
                </a:solidFill>
                <a:latin typeface="Arial"/>
                <a:ea typeface="GulimChe"/>
              </a:rPr>
              <a:t>AI revisiter les textes et prog avec prompts &amp; mots clets ) </a:t>
            </a:r>
            <a:endParaRPr lang="en-US" sz="1000" b="0" u="none" strike="noStrike">
              <a:solidFill>
                <a:srgbClr val="000000"/>
              </a:solidFill>
              <a:latin typeface="Arial"/>
            </a:endParaRPr>
          </a:p>
        </p:txBody>
      </p:sp>
      <p:pic>
        <p:nvPicPr>
          <p:cNvPr id="336372105" name="Picture 4"/>
          <p:cNvPicPr/>
          <p:nvPr/>
        </p:nvPicPr>
        <p:blipFill rotWithShape="1">
          <a:blip r:embed="rId3"/>
          <a:stretch/>
        </p:blipFill>
        <p:spPr bwMode="auto">
          <a:xfrm>
            <a:off x="357840" y="5923440"/>
            <a:ext cx="1053360" cy="856800"/>
          </a:xfrm>
          <a:prstGeom prst="rect">
            <a:avLst/>
          </a:prstGeom>
          <a:noFill/>
          <a:ln w="0">
            <a:noFill/>
          </a:ln>
        </p:spPr>
      </p:pic>
      <p:grpSp>
        <p:nvGrpSpPr>
          <p:cNvPr id="1011456515" name="Group 5"/>
          <p:cNvGrpSpPr/>
          <p:nvPr/>
        </p:nvGrpSpPr>
        <p:grpSpPr bwMode="auto">
          <a:xfrm>
            <a:off x="9066960" y="6387480"/>
            <a:ext cx="2234880" cy="375840"/>
            <a:chOff x="9066960" y="6387480"/>
            <a:chExt cx="2234880" cy="375840"/>
          </a:xfrm>
        </p:grpSpPr>
        <p:sp>
          <p:nvSpPr>
            <p:cNvPr id="238" name="Triangle 6"/>
            <p:cNvSpPr/>
            <p:nvPr/>
          </p:nvSpPr>
          <p:spPr bwMode="auto">
            <a:xfrm rot="5400000">
              <a:off x="9041040" y="6413400"/>
              <a:ext cx="375840" cy="324000"/>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39" name="Triangle 7"/>
            <p:cNvSpPr/>
            <p:nvPr/>
          </p:nvSpPr>
          <p:spPr bwMode="auto">
            <a:xfrm rot="5400000">
              <a:off x="9359280" y="6413400"/>
              <a:ext cx="375840" cy="324000"/>
            </a:xfrm>
            <a:prstGeom prst="triangle">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40" name="Triangle 8"/>
            <p:cNvSpPr/>
            <p:nvPr/>
          </p:nvSpPr>
          <p:spPr bwMode="auto">
            <a:xfrm rot="5400000">
              <a:off x="9996480" y="6413400"/>
              <a:ext cx="375840" cy="324000"/>
            </a:xfrm>
            <a:prstGeom prst="triangle">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41" name="Triangle 10"/>
            <p:cNvSpPr/>
            <p:nvPr/>
          </p:nvSpPr>
          <p:spPr bwMode="auto">
            <a:xfrm rot="5400000">
              <a:off x="10951920" y="6413400"/>
              <a:ext cx="375840" cy="324000"/>
            </a:xfrm>
            <a:prstGeom prst="triangle">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grpSp>
      <p:sp>
        <p:nvSpPr>
          <p:cNvPr id="1000882287" name="TextBox 17"/>
          <p:cNvSpPr/>
          <p:nvPr/>
        </p:nvSpPr>
        <p:spPr bwMode="auto">
          <a:xfrm>
            <a:off x="10184040" y="359640"/>
            <a:ext cx="1645200" cy="3070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400" b="1" u="none" strike="noStrike">
                <a:solidFill>
                  <a:schemeClr val="dk1">
                    <a:lumMod val="85000"/>
                    <a:lumOff val="15000"/>
                  </a:schemeClr>
                </a:solidFill>
                <a:latin typeface="Arial"/>
                <a:ea typeface="Arial"/>
              </a:rPr>
              <a:t>Synopsis</a:t>
            </a:r>
            <a:endParaRPr lang="en-US" sz="1400" b="0" u="none" strike="noStrike">
              <a:solidFill>
                <a:srgbClr val="000000"/>
              </a:solidFill>
              <a:latin typeface="Arial"/>
            </a:endParaRPr>
          </a:p>
        </p:txBody>
      </p:sp>
      <p:sp>
        <p:nvSpPr>
          <p:cNvPr id="53102762" name="Rectangle 19"/>
          <p:cNvSpPr/>
          <p:nvPr/>
        </p:nvSpPr>
        <p:spPr bwMode="auto">
          <a:xfrm>
            <a:off x="468000" y="742680"/>
            <a:ext cx="1030680" cy="35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cxnSp>
        <p:nvCxnSpPr>
          <p:cNvPr id="1763964863" name="Straight Connector 21"/>
          <p:cNvCxnSpPr/>
          <p:nvPr/>
        </p:nvCxnSpPr>
        <p:spPr bwMode="auto">
          <a:xfrm>
            <a:off x="467640" y="218160"/>
            <a:ext cx="3785760" cy="720"/>
          </a:xfrm>
          <a:prstGeom prst="straightConnector1">
            <a:avLst/>
          </a:prstGeom>
          <a:ln w="0">
            <a:solidFill>
              <a:srgbClr val="000000"/>
            </a:solidFill>
          </a:ln>
        </p:spPr>
      </p:cxnSp>
      <p:graphicFrame>
        <p:nvGraphicFramePr>
          <p:cNvPr id="1062331945" name="Table 2" descr="{{table:programme}}"/>
          <p:cNvGraphicFramePr>
            <a:graphicFrameLocks xmlns:a="http://schemas.openxmlformats.org/drawingml/2006/main"/>
          </p:cNvGraphicFramePr>
          <p:nvPr/>
        </p:nvGraphicFramePr>
        <p:xfrm rot="0">
          <a:off x="405720" y="1294920"/>
          <a:ext cx="11428920" cy="1964880"/>
        </p:xfrm>
        <a:graphic>
          <a:graphicData uri="http://schemas.openxmlformats.org/drawingml/2006/table">
            <a:tbl>
              <a:tblPr firstRow="0" firstCol="0" lastRow="0" lastCol="0" bandRow="0" bandCol="0"/>
              <a:tblGrid>
                <a:gridCol w="780840"/>
                <a:gridCol w="3914640"/>
                <a:gridCol w="1533240"/>
                <a:gridCol w="3686040"/>
                <a:gridCol w="1514160"/>
              </a:tblGrid>
              <a:tr h="298080">
                <a:tc>
                  <a:txBody>
                    <a:bodyPr/>
                    <a:p>
                      <a:pPr algn="ctr" defTabSz="914400">
                        <a:lnSpc>
                          <a:spcPts val="1650"/>
                        </a:lnSpc>
                        <a:defRPr/>
                      </a:pPr>
                      <a:r>
                        <a:rPr lang="fr-FR" sz="1400" b="0" u="none" strike="noStrike">
                          <a:solidFill>
                            <a:srgbClr val="FF0000"/>
                          </a:solidFill>
                          <a:latin typeface="Arial"/>
                          <a:ea typeface="Arial"/>
                        </a:rPr>
                        <a:t>JOUR</a:t>
                      </a:r>
                      <a:endParaRPr lang="en-US" sz="14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650"/>
                        </a:lnSpc>
                        <a:defRPr/>
                      </a:pPr>
                      <a:r>
                        <a:rPr lang="fr-FR" sz="1400" b="0" u="none" strike="noStrike">
                          <a:solidFill>
                            <a:srgbClr val="FF0000"/>
                          </a:solidFill>
                          <a:latin typeface="Arial"/>
                          <a:ea typeface="Arial"/>
                        </a:rPr>
                        <a:t>MATINÉE</a:t>
                      </a:r>
                      <a:endParaRPr lang="en-US" sz="14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650"/>
                        </a:lnSpc>
                        <a:defRPr/>
                      </a:pPr>
                      <a:r>
                        <a:rPr lang="fr-FR" sz="1400" b="0" u="none" strike="noStrike">
                          <a:solidFill>
                            <a:srgbClr val="FF0000"/>
                          </a:solidFill>
                          <a:latin typeface="Arial"/>
                          <a:ea typeface="Arial"/>
                        </a:rPr>
                        <a:t>MIDI </a:t>
                      </a:r>
                      <a:endParaRPr lang="en-US" sz="14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650"/>
                        </a:lnSpc>
                        <a:defRPr/>
                      </a:pPr>
                      <a:r>
                        <a:rPr lang="fr-FR" sz="1400" b="0" u="none" strike="noStrike">
                          <a:solidFill>
                            <a:srgbClr val="FF0000"/>
                          </a:solidFill>
                          <a:latin typeface="Arial"/>
                          <a:ea typeface="Arial"/>
                        </a:rPr>
                        <a:t>APRÉS-MIDI</a:t>
                      </a:r>
                      <a:endParaRPr lang="en-US" sz="14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650"/>
                        </a:lnSpc>
                        <a:defRPr/>
                      </a:pPr>
                      <a:r>
                        <a:rPr lang="fr-FR" sz="1400" b="0" u="none" strike="noStrike">
                          <a:solidFill>
                            <a:srgbClr val="FF0000"/>
                          </a:solidFill>
                          <a:latin typeface="Arial"/>
                          <a:ea typeface="Arial"/>
                        </a:rPr>
                        <a:t>SOIR</a:t>
                      </a:r>
                      <a:endParaRPr lang="en-US" sz="14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r>
              <a:tr h="1666800">
                <a:tc>
                  <a:txBody>
                    <a:bodyPr/>
                    <a:p>
                      <a:pPr algn="ctr" defTabSz="914400">
                        <a:lnSpc>
                          <a:spcPts val="975"/>
                        </a:lnSpc>
                        <a:defRPr/>
                      </a:pPr>
                      <a:r>
                        <a:rPr lang="fr-MA" sz="800" b="0" u="none" strike="noStrike">
                          <a:solidFill>
                            <a:srgbClr val="FF0000"/>
                          </a:solidFill>
                          <a:latin typeface="Arial"/>
                          <a:ea typeface="Arial"/>
                        </a:rPr>
                        <a:t>JOUR 1 MOIS ANNÉE  ( DATES )</a:t>
                      </a:r>
                      <a:endParaRPr lang="en-US" sz="8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426"/>
                        </a:lnSpc>
                        <a:defRPr/>
                      </a:pPr>
                      <a:r>
                        <a:rPr lang="fr-MA" sz="1200" b="0" u="none" strike="noStrike">
                          <a:solidFill>
                            <a:srgbClr val="595959"/>
                          </a:solidFill>
                          <a:latin typeface="Arial"/>
                          <a:ea typeface="Arial"/>
                        </a:rPr>
                        <a:t>Différents points de ramassage à Casa et transfert dans des bus avec logo, slogan et artwork.. </a:t>
                      </a:r>
                      <a:endParaRPr lang="en-US" sz="12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650"/>
                        </a:lnSpc>
                        <a:defRPr/>
                      </a:pPr>
                      <a:r>
                        <a:rPr lang="fr-FR" sz="1400" b="0" u="none" strike="noStrike">
                          <a:solidFill>
                            <a:srgbClr val="595959"/>
                          </a:solidFill>
                          <a:latin typeface="Arial"/>
                          <a:ea typeface="Arial"/>
                        </a:rPr>
                        <a:t>Déjeuner</a:t>
                      </a:r>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349"/>
                        </a:lnSpc>
                        <a:defRPr/>
                      </a:pPr>
                      <a:r>
                        <a:rPr lang="fr-MA" sz="1100" b="0" i="1" u="none" strike="noStrike">
                          <a:solidFill>
                            <a:srgbClr val="595959"/>
                          </a:solidFill>
                          <a:latin typeface="Arial"/>
                          <a:ea typeface="Arial"/>
                        </a:rPr>
                        <a:t>e, la coordination et l’esprit de cohésion.</a:t>
                      </a:r>
                      <a:br>
                        <a:rPr sz="1100"/>
                      </a:br>
                      <a:r>
                        <a:rPr lang="fr-MA" sz="1100" b="0" i="1" u="none" strike="noStrike">
                          <a:solidFill>
                            <a:srgbClr val="595959"/>
                          </a:solidFill>
                          <a:latin typeface="Arial"/>
                          <a:ea typeface="Arial"/>
                        </a:rPr>
                        <a:t>À travers des cartes de mission de couleurs et sur un </a:t>
                      </a:r>
                      <a:r>
                        <a:rPr lang="fr-MA" sz="1100" b="0" i="1" u="none" strike="noStrike">
                          <a:solidFill>
                            <a:srgbClr val="595959"/>
                          </a:solidFill>
                          <a:latin typeface="Arial"/>
                          <a:ea typeface="Arial"/>
                        </a:rPr>
                        <a:t>board</a:t>
                      </a:r>
                      <a:r>
                        <a:rPr lang="fr-MA" sz="1100" b="0" i="1" u="none" strike="noStrike">
                          <a:solidFill>
                            <a:srgbClr val="595959"/>
                          </a:solidFill>
                          <a:latin typeface="Arial"/>
                          <a:ea typeface="Arial"/>
                        </a:rPr>
                        <a:t> de mécanismes, chaque équipe doit concevoir et construire son module pour déclencher la réaction finale enfin réaliser un court débrief pour partager les enseignements clés.</a:t>
                      </a:r>
                      <a:endParaRPr lang="en-US" sz="11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c>
                  <a:txBody>
                    <a:bodyPr/>
                    <a:p>
                      <a:pPr algn="ctr" defTabSz="914400">
                        <a:lnSpc>
                          <a:spcPts val="1426"/>
                        </a:lnSpc>
                        <a:defRPr/>
                      </a:pPr>
                      <a:r>
                        <a:rPr lang="fr-FR" sz="1200" b="0" u="none" strike="noStrike">
                          <a:solidFill>
                            <a:srgbClr val="595959"/>
                          </a:solidFill>
                          <a:latin typeface="Arial"/>
                          <a:ea typeface="Arial"/>
                        </a:rPr>
                        <a:t>Transfert aux points de ramassage et as</a:t>
                      </a:r>
                      <a:endParaRPr lang="en-US" sz="1200" b="0" u="none" strike="noStrike">
                        <a:solidFill>
                          <a:srgbClr val="000000"/>
                        </a:solidFill>
                        <a:latin typeface="Arial"/>
                      </a:endParaRPr>
                    </a:p>
                  </a:txBody>
                  <a:tcPr marL="71640" marR="71640" anchor="ctr">
                    <a:lnL w="9360" algn="ctr">
                      <a:solidFill>
                        <a:srgbClr val="000000"/>
                      </a:solidFill>
                    </a:lnL>
                    <a:lnR w="9360" algn="ctr">
                      <a:solidFill>
                        <a:srgbClr val="000000"/>
                      </a:solidFill>
                    </a:lnR>
                    <a:lnT w="9360" algn="ctr">
                      <a:solidFill>
                        <a:srgbClr val="000000"/>
                      </a:solidFill>
                    </a:lnT>
                    <a:lnB w="9360" algn="ctr">
                      <a:solidFill>
                        <a:srgbClr val="000000"/>
                      </a:solidFill>
                    </a:lnB>
                    <a:no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4810611" name="Triangle 3"/>
          <p:cNvSpPr/>
          <p:nvPr/>
        </p:nvSpPr>
        <p:spPr bwMode="auto">
          <a:xfrm rot="5400000">
            <a:off x="-610560" y="610560"/>
            <a:ext cx="6869880" cy="5647320"/>
          </a:xfrm>
          <a:prstGeom prst="triangle">
            <a:avLst>
              <a:gd name="adj" fmla="val 50000"/>
            </a:avLst>
          </a:prstGeom>
          <a:solidFill>
            <a:srgbClr val="137E4D"/>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2123409940" name="Rectangle 4"/>
          <p:cNvSpPr/>
          <p:nvPr/>
        </p:nvSpPr>
        <p:spPr bwMode="auto">
          <a:xfrm>
            <a:off x="0" y="0"/>
            <a:ext cx="2306519" cy="68572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193201636" name="Triangle 5"/>
          <p:cNvSpPr/>
          <p:nvPr/>
        </p:nvSpPr>
        <p:spPr bwMode="auto">
          <a:xfrm rot="5400000">
            <a:off x="-248760" y="2274480"/>
            <a:ext cx="2805480" cy="2306519"/>
          </a:xfrm>
          <a:prstGeom prst="triangle">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095929972" name="Rectangle 6"/>
          <p:cNvSpPr/>
          <p:nvPr/>
        </p:nvSpPr>
        <p:spPr bwMode="auto">
          <a:xfrm>
            <a:off x="7751160" y="0"/>
            <a:ext cx="2306519" cy="6857280"/>
          </a:xfrm>
          <a:prstGeom prst="rect">
            <a:avLst/>
          </a:prstGeom>
          <a:solidFill>
            <a:srgbClr val="255AA8"/>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defRPr/>
            </a:pPr>
            <a:endParaRPr lang="fr-FR" sz="1800" b="0" u="none" strike="noStrike">
              <a:solidFill>
                <a:schemeClr val="lt1"/>
              </a:solidFill>
              <a:latin typeface="Calibri"/>
            </a:endParaRPr>
          </a:p>
        </p:txBody>
      </p:sp>
      <p:sp>
        <p:nvSpPr>
          <p:cNvPr id="1083104734" name="TextBox 7"/>
          <p:cNvSpPr/>
          <p:nvPr/>
        </p:nvSpPr>
        <p:spPr bwMode="auto">
          <a:xfrm>
            <a:off x="2307240" y="2585519"/>
            <a:ext cx="9734400" cy="258444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algn="r" defTabSz="914400">
              <a:lnSpc>
                <a:spcPct val="100000"/>
              </a:lnSpc>
              <a:defRPr/>
            </a:pPr>
            <a:r>
              <a:rPr lang="fr-FR" sz="13000" b="0" u="none" strike="noStrike" spc="-300">
                <a:solidFill>
                  <a:schemeClr val="dk1">
                    <a:lumMod val="85000"/>
                    <a:lumOff val="15000"/>
                  </a:schemeClr>
                </a:solidFill>
                <a:latin typeface="Arial"/>
                <a:ea typeface="Arial"/>
              </a:rPr>
              <a:t>CHOUKRAN </a:t>
            </a:r>
            <a:r>
              <a:rPr lang="fr-FR" sz="3200" b="0" u="none" strike="noStrike" spc="-300">
                <a:solidFill>
                  <a:schemeClr val="dk1">
                    <a:lumMod val="85000"/>
                    <a:lumOff val="15000"/>
                  </a:schemeClr>
                </a:solidFill>
                <a:latin typeface="Arial"/>
                <a:ea typeface="Arial"/>
              </a:rPr>
              <a:t>Merci, </a:t>
            </a:r>
            <a:r>
              <a:rPr lang="fr-FR" sz="3200" b="1" u="none" strike="noStrike" spc="-300">
                <a:solidFill>
                  <a:schemeClr val="dk1">
                    <a:lumMod val="85000"/>
                    <a:lumOff val="15000"/>
                  </a:schemeClr>
                </a:solidFill>
                <a:latin typeface="Arial"/>
                <a:ea typeface="Arial"/>
              </a:rPr>
              <a:t>Thank you</a:t>
            </a:r>
            <a:r>
              <a:rPr lang="fr-FR" sz="3200" b="0" u="none" strike="noStrike" spc="-300">
                <a:solidFill>
                  <a:schemeClr val="dk1">
                    <a:lumMod val="85000"/>
                    <a:lumOff val="15000"/>
                  </a:schemeClr>
                </a:solidFill>
                <a:latin typeface="Arial"/>
                <a:ea typeface="Arial"/>
              </a:rPr>
              <a:t>, Gracias, </a:t>
            </a:r>
            <a:r>
              <a:rPr lang="fr-MA" sz="3200" b="1" u="none" strike="noStrike" spc="-300">
                <a:solidFill>
                  <a:schemeClr val="dk1">
                    <a:lumMod val="85000"/>
                    <a:lumOff val="15000"/>
                  </a:schemeClr>
                </a:solidFill>
                <a:latin typeface="Arial"/>
                <a:ea typeface="Arial"/>
              </a:rPr>
              <a:t>Grazie</a:t>
            </a:r>
            <a:r>
              <a:rPr lang="fr-MA" sz="3200" b="0" u="none" strike="noStrike" spc="-300">
                <a:solidFill>
                  <a:schemeClr val="dk1">
                    <a:lumMod val="85000"/>
                    <a:lumOff val="15000"/>
                  </a:schemeClr>
                </a:solidFill>
                <a:latin typeface="Arial"/>
                <a:ea typeface="Arial"/>
              </a:rPr>
              <a:t>, </a:t>
            </a:r>
            <a:r>
              <a:rPr lang="ja-JP" sz="3200" b="0" u="none" strike="noStrike" spc="-300">
                <a:solidFill>
                  <a:schemeClr val="dk1">
                    <a:lumMod val="85000"/>
                    <a:lumOff val="15000"/>
                  </a:schemeClr>
                </a:solidFill>
                <a:latin typeface="Arial"/>
                <a:ea typeface="Arial"/>
              </a:rPr>
              <a:t>谢谢</a:t>
            </a:r>
            <a:r>
              <a:rPr lang="fr-FR" sz="3200" b="0" u="none" strike="noStrike" spc="-300">
                <a:solidFill>
                  <a:schemeClr val="dk1">
                    <a:lumMod val="85000"/>
                    <a:lumOff val="15000"/>
                  </a:schemeClr>
                </a:solidFill>
                <a:latin typeface="Arial"/>
                <a:ea typeface="Arial"/>
              </a:rPr>
              <a:t>, </a:t>
            </a:r>
            <a:r>
              <a:rPr lang="fr-FR" sz="3200" b="1" u="none" strike="noStrike" spc="-300">
                <a:solidFill>
                  <a:schemeClr val="dk1">
                    <a:lumMod val="85000"/>
                    <a:lumOff val="15000"/>
                  </a:schemeClr>
                </a:solidFill>
                <a:latin typeface="Arial"/>
                <a:ea typeface="Arial"/>
              </a:rPr>
              <a:t>Danke</a:t>
            </a:r>
            <a:r>
              <a:rPr lang="fr-FR" sz="3200" b="0" u="none" strike="noStrike" spc="-300">
                <a:solidFill>
                  <a:schemeClr val="dk1">
                    <a:lumMod val="85000"/>
                    <a:lumOff val="15000"/>
                  </a:schemeClr>
                </a:solidFill>
                <a:latin typeface="Arial"/>
                <a:ea typeface="Arial"/>
              </a:rPr>
              <a:t>, </a:t>
            </a:r>
            <a:r>
              <a:rPr lang="fr-MA" sz="3200" b="0" u="none" strike="noStrike" spc="-300">
                <a:solidFill>
                  <a:schemeClr val="dk1">
                    <a:lumMod val="85000"/>
                    <a:lumOff val="15000"/>
                  </a:schemeClr>
                </a:solidFill>
                <a:latin typeface="Arial"/>
                <a:ea typeface="Arial"/>
              </a:rPr>
              <a:t>Takk, </a:t>
            </a:r>
            <a:r>
              <a:rPr lang="ar-MA" sz="3200" b="1" u="none" strike="noStrike">
                <a:solidFill>
                  <a:schemeClr val="dk1"/>
                </a:solidFill>
                <a:latin typeface="Calibri"/>
                <a:cs typeface="Arial"/>
              </a:rPr>
              <a:t>شكراً</a:t>
            </a:r>
            <a:r>
              <a:rPr lang="fr-FR" sz="3200" b="0" u="none" strike="noStrike" spc="-300">
                <a:solidFill>
                  <a:schemeClr val="dk1">
                    <a:lumMod val="85000"/>
                    <a:lumOff val="15000"/>
                  </a:schemeClr>
                </a:solidFill>
                <a:latin typeface="Arial"/>
                <a:ea typeface="Arial"/>
              </a:rPr>
              <a:t> </a:t>
            </a:r>
            <a:endParaRPr lang="en-US" sz="3200" b="0" u="none" strike="noStrike">
              <a:solidFill>
                <a:srgbClr val="000000"/>
              </a:solidFill>
              <a:latin typeface="Arial"/>
            </a:endParaRPr>
          </a:p>
        </p:txBody>
      </p:sp>
      <p:sp>
        <p:nvSpPr>
          <p:cNvPr id="363806864" name="TextBox 8"/>
          <p:cNvSpPr/>
          <p:nvPr/>
        </p:nvSpPr>
        <p:spPr bwMode="auto">
          <a:xfrm>
            <a:off x="4525920" y="728280"/>
            <a:ext cx="1300680" cy="6454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fr-FR" sz="1800" b="0" u="none" strike="noStrike">
                <a:solidFill>
                  <a:srgbClr val="FF0000"/>
                </a:solidFill>
                <a:latin typeface="Arial"/>
                <a:ea typeface="Arial"/>
              </a:rPr>
              <a:t>PRÉNOM STAFF</a:t>
            </a:r>
            <a:endParaRPr lang="en-US" sz="1800" b="0" u="none" strike="noStrike">
              <a:solidFill>
                <a:srgbClr val="000000"/>
              </a:solidFill>
              <a:latin typeface="Arial"/>
            </a:endParaRPr>
          </a:p>
        </p:txBody>
      </p:sp>
      <p:sp>
        <p:nvSpPr>
          <p:cNvPr id="944378050" name="TextBox 9"/>
          <p:cNvSpPr/>
          <p:nvPr/>
        </p:nvSpPr>
        <p:spPr bwMode="auto">
          <a:xfrm>
            <a:off x="7751160" y="730440"/>
            <a:ext cx="2379960" cy="645480"/>
          </a:xfrm>
          <a:prstGeom prst="rect">
            <a:avLst/>
          </a:prstGeom>
          <a:noFill/>
          <a:ln w="0">
            <a:noFill/>
          </a:ln>
        </p:spPr>
        <p:style>
          <a:lnRef idx="0">
            <a:srgbClr val="000000"/>
          </a:lnRef>
          <a:fillRef idx="0">
            <a:srgbClr val="000000"/>
          </a:fillRef>
          <a:effectRef idx="0">
            <a:srgbClr val="000000"/>
          </a:effectRef>
          <a:fontRef idx="minor"/>
        </p:style>
        <p:txBody>
          <a:bodyPr lIns="90000" tIns="45000" rIns="90000" bIns="45000" anchor="t">
            <a:spAutoFit/>
          </a:bodyPr>
          <a:lstStyle/>
          <a:p>
            <a:pPr defTabSz="914400">
              <a:lnSpc>
                <a:spcPct val="100000"/>
              </a:lnSpc>
              <a:defRPr/>
            </a:pPr>
            <a:r>
              <a:rPr lang="en-US" sz="1800" b="0" u="none" strike="noStrike">
                <a:solidFill>
                  <a:schemeClr val="lt1"/>
                </a:solidFill>
                <a:latin typeface="Arial"/>
                <a:ea typeface="Arial"/>
              </a:rPr>
              <a:t>TRAVELS &amp; EVENTS DESIGNER</a:t>
            </a:r>
            <a:endParaRPr lang="en-US" sz="1800" b="0" u="none" strike="noStrike">
              <a:solidFill>
                <a:srgbClr val="000000"/>
              </a:solidFill>
              <a:latin typeface="Arial"/>
            </a:endParaRPr>
          </a:p>
        </p:txBody>
      </p:sp>
      <p:sp>
        <p:nvSpPr>
          <p:cNvPr id="1289939970" name="TextBox 10"/>
          <p:cNvSpPr/>
          <p:nvPr/>
        </p:nvSpPr>
        <p:spPr bwMode="auto">
          <a:xfrm>
            <a:off x="277200" y="6198840"/>
            <a:ext cx="1938600" cy="368640"/>
          </a:xfrm>
          <a:prstGeom prst="rect">
            <a:avLst/>
          </a:prstGeom>
          <a:noFill/>
          <a:ln w="0">
            <a:noFill/>
          </a:ln>
        </p:spPr>
        <p:style>
          <a:lnRef idx="0">
            <a:srgbClr val="000000"/>
          </a:lnRef>
          <a:fillRef idx="0">
            <a:srgbClr val="000000"/>
          </a:fillRef>
          <a:effectRef idx="0">
            <a:srgbClr val="000000"/>
          </a:effectRef>
          <a:fontRef idx="minor"/>
        </p:style>
        <p:txBody>
          <a:bodyPr wrap="none" lIns="90000" tIns="45000" rIns="90000" bIns="45000" anchor="t">
            <a:spAutoFit/>
          </a:bodyPr>
          <a:lstStyle/>
          <a:p>
            <a:pPr defTabSz="914400">
              <a:lnSpc>
                <a:spcPct val="100000"/>
              </a:lnSpc>
              <a:defRPr/>
            </a:pPr>
            <a:r>
              <a:rPr lang="fr-FR" sz="1800" b="0" u="none" strike="noStrike">
                <a:solidFill>
                  <a:srgbClr val="FF0000"/>
                </a:solidFill>
                <a:latin typeface="Calibri"/>
                <a:ea typeface="Arial"/>
              </a:rPr>
              <a:t>DATE TRAITEMENT</a:t>
            </a:r>
            <a:endParaRPr lang="en-US" sz="1800" b="0" u="none" strike="noStrike">
              <a:solidFill>
                <a:srgbClr val="000000"/>
              </a:solidFill>
              <a:latin typeface="Arial"/>
            </a:endParaRPr>
          </a:p>
        </p:txBody>
      </p:sp>
      <p:sp>
        <p:nvSpPr>
          <p:cNvPr id="2089094405" name="TextBox 11"/>
          <p:cNvSpPr/>
          <p:nvPr/>
        </p:nvSpPr>
        <p:spPr bwMode="auto">
          <a:xfrm>
            <a:off x="5239440" y="6198840"/>
            <a:ext cx="1811520" cy="368640"/>
          </a:xfrm>
          <a:prstGeom prst="rect">
            <a:avLst/>
          </a:prstGeom>
          <a:noFill/>
          <a:ln w="0">
            <a:noFill/>
          </a:ln>
        </p:spPr>
        <p:style>
          <a:lnRef idx="0">
            <a:srgbClr val="000000"/>
          </a:lnRef>
          <a:fillRef idx="0">
            <a:srgbClr val="000000"/>
          </a:fillRef>
          <a:effectRef idx="0">
            <a:srgbClr val="000000"/>
          </a:effectRef>
          <a:fontRef idx="minor"/>
        </p:style>
        <p:txBody>
          <a:bodyPr wrap="none" lIns="90000" tIns="45000" rIns="90000" bIns="45000" anchor="t">
            <a:spAutoFit/>
          </a:bodyPr>
          <a:lstStyle/>
          <a:p>
            <a:pPr defTabSz="914400">
              <a:lnSpc>
                <a:spcPct val="100000"/>
              </a:lnSpc>
              <a:defRPr/>
            </a:pPr>
            <a:r>
              <a:rPr lang="fr-FR" sz="1800" b="0" u="none" strike="noStrike">
                <a:solidFill>
                  <a:schemeClr val="dk1"/>
                </a:solidFill>
                <a:latin typeface="Calibri"/>
                <a:ea typeface="Arial"/>
              </a:rPr>
              <a:t>A VOTRE SERVICE</a:t>
            </a:r>
            <a:endParaRPr lang="en-US" sz="1800" b="0" u="none" strike="noStrike">
              <a:solidFill>
                <a:srgbClr val="000000"/>
              </a:solidFill>
              <a:latin typeface="Arial"/>
            </a:endParaRPr>
          </a:p>
        </p:txBody>
      </p:sp>
      <p:pic>
        <p:nvPicPr>
          <p:cNvPr id="1988100046" name="Picture 12"/>
          <p:cNvPicPr/>
          <p:nvPr/>
        </p:nvPicPr>
        <p:blipFill rotWithShape="1">
          <a:blip r:embed="rId3"/>
          <a:stretch/>
        </p:blipFill>
        <p:spPr bwMode="auto">
          <a:xfrm>
            <a:off x="10424520" y="5481360"/>
            <a:ext cx="1335240" cy="108612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Microsoft Office User</dc:creator>
  <dc:description/>
  <dc:language>en-US</dc:language>
  <cp:lastModifiedBy/>
  <cp:revision>253</cp:revision>
  <dcterms:created xsi:type="dcterms:W3CDTF">2024-10-11T16:36:31Z</dcterms:created>
  <dcterms:modified xsi:type="dcterms:W3CDTF">2026-06-03T16:06:37Z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22</vt:i4>
  </property>
  <property fmtid="{D5CDD505-2E9C-101B-9397-08002B2CF9AE}" pid="4" name="PresentationFormat">
    <vt:lpwstr>On-screen Show (4:3)</vt:lpwstr>
  </property>
  <property fmtid="{D5CDD505-2E9C-101B-9397-08002B2CF9AE}" pid="5" name="Slides">
    <vt:i4>22</vt:i4>
  </property>
</Properties>
</file>
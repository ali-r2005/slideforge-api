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2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D157E-0050-DE9B-32E5-C0F6F85943B7}" v="29" dt="2026-05-15T16:03:13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FDFBDFE-4237-448A-A9E9-E68C0C513135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BBC89A-D59D-4CBB-B202-DA2A79ECBD71}" type="slidenum">
              <a: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DB1FD9-5AD3-4FA8-8EAF-6B425D370B7E}" type="slidenum">
              <a: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D1E34F-1A95-46E4-A2A3-F1B5BEA0BE2B}" type="slidenum">
              <a: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C4AA40-FC60-4E3A-A5E9-E38C52914C0D}" type="slidenum">
              <a:rPr lang="en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E75AF-BA8C-4AC1-B093-6C5A258ADE39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751DE9-5633-4D8A-9270-EA379D7B50ED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3B0B20-E758-4EC7-97A7-D489BA05C9D2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rvices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3534120" y="3359160"/>
            <a:ext cx="3327120" cy="3498480"/>
          </a:xfrm>
          <a:prstGeom prst="rect">
            <a:avLst/>
          </a:prstGeom>
          <a:pattFill prst="wdUpDiag">
            <a:fgClr>
              <a:srgbClr val="4472C4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0" y="4075920"/>
            <a:ext cx="3327120" cy="2781720"/>
          </a:xfrm>
          <a:prstGeom prst="rect">
            <a:avLst/>
          </a:prstGeom>
          <a:pattFill prst="wdUpDiag">
            <a:fgClr>
              <a:srgbClr val="4472C4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534120" y="0"/>
            <a:ext cx="3327120" cy="3153600"/>
          </a:xfrm>
          <a:prstGeom prst="rect">
            <a:avLst/>
          </a:prstGeom>
          <a:pattFill prst="wdUpDiag">
            <a:fgClr>
              <a:srgbClr val="4472C4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3327120" cy="3843720"/>
          </a:xfrm>
          <a:prstGeom prst="rect">
            <a:avLst/>
          </a:prstGeom>
          <a:pattFill prst="wdUpDiag">
            <a:fgClr>
              <a:srgbClr val="4472C4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EAA75D-28AF-48CB-8CCE-177C193DB28D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  <a:lvl2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2pPr>
            <a:lvl3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3pPr>
            <a:lvl4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4pPr>
            <a:lvl5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Deuxième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Troisième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Quatrième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84D8E5-B501-425C-A8B5-9018E9BB6A17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E25365-68B0-49E3-8E5F-F7052B070682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B039D1-E2B2-4481-8DC8-772E8E73B8C0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16D92F-2C17-412D-9079-BB2D128083E2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C43CF6-C462-4C81-B43D-AC0CB0A1DFCA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u avec légen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7FF835-C6E1-4D16-ACA8-4A8FBC35220C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avec légen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8DFE5A-86D4-4463-A90A-0B6DCEBBCF48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3"/>
          <p:cNvPicPr/>
          <p:nvPr/>
        </p:nvPicPr>
        <p:blipFill>
          <a:blip r:embed="rId3"/>
          <a:stretch/>
        </p:blipFill>
        <p:spPr>
          <a:xfrm>
            <a:off x="5334120" y="3600"/>
            <a:ext cx="68576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1"/>
          <p:cNvSpPr/>
          <p:nvPr/>
        </p:nvSpPr>
        <p:spPr>
          <a:xfrm>
            <a:off x="2980800" y="2644200"/>
            <a:ext cx="6122520" cy="144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8800" b="1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M’RAHBA</a:t>
            </a:r>
            <a:endParaRPr lang="en-GB" sz="8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162320" y="6084000"/>
            <a:ext cx="3940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NTROVECTRA-BOLDER"/>
              </a:rPr>
              <a:t>Merci d’avoir fait confiance à Tendencia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33"/>
          <p:cNvSpPr/>
          <p:nvPr/>
        </p:nvSpPr>
        <p:spPr>
          <a:xfrm>
            <a:off x="3120840" y="4034160"/>
            <a:ext cx="1031040" cy="359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8" name="Straight Connector 34"/>
          <p:cNvCxnSpPr/>
          <p:nvPr/>
        </p:nvCxnSpPr>
        <p:spPr>
          <a:xfrm>
            <a:off x="3120480" y="2746440"/>
            <a:ext cx="378576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pic>
        <p:nvPicPr>
          <p:cNvPr id="79" name="Picture 35"/>
          <p:cNvPicPr/>
          <p:nvPr/>
        </p:nvPicPr>
        <p:blipFill>
          <a:blip r:embed="rId4"/>
          <a:stretch/>
        </p:blipFill>
        <p:spPr>
          <a:xfrm>
            <a:off x="322200" y="5671440"/>
            <a:ext cx="1144440" cy="930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0" name="Group 36"/>
          <p:cNvGrpSpPr/>
          <p:nvPr/>
        </p:nvGrpSpPr>
        <p:grpSpPr>
          <a:xfrm>
            <a:off x="10278000" y="6310440"/>
            <a:ext cx="1694520" cy="285120"/>
            <a:chOff x="10278000" y="6310440"/>
            <a:chExt cx="1694520" cy="285120"/>
          </a:xfrm>
        </p:grpSpPr>
        <p:sp>
          <p:nvSpPr>
            <p:cNvPr id="81" name="Triangle 37"/>
            <p:cNvSpPr/>
            <p:nvPr/>
          </p:nvSpPr>
          <p:spPr>
            <a:xfrm rot="5400000">
              <a:off x="10258200" y="632988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2" name="Triangle 38"/>
            <p:cNvSpPr/>
            <p:nvPr/>
          </p:nvSpPr>
          <p:spPr>
            <a:xfrm rot="5400000">
              <a:off x="10499760" y="632988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3" name="Triangle 39"/>
            <p:cNvSpPr/>
            <p:nvPr/>
          </p:nvSpPr>
          <p:spPr>
            <a:xfrm rot="5400000">
              <a:off x="10982520" y="632988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4" name="Triangle 40"/>
            <p:cNvSpPr/>
            <p:nvPr/>
          </p:nvSpPr>
          <p:spPr>
            <a:xfrm rot="5400000">
              <a:off x="11706840" y="632988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8"/>
          <p:cNvSpPr/>
          <p:nvPr/>
        </p:nvSpPr>
        <p:spPr>
          <a:xfrm>
            <a:off x="268920" y="275760"/>
            <a:ext cx="11627640" cy="6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9"/>
          <p:cNvPicPr/>
          <p:nvPr/>
        </p:nvPicPr>
        <p:blipFill>
          <a:blip r:embed="rId3"/>
          <a:stretch/>
        </p:blipFill>
        <p:spPr>
          <a:xfrm>
            <a:off x="10752120" y="5647680"/>
            <a:ext cx="1144440" cy="930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7" name="Group 10"/>
          <p:cNvGrpSpPr/>
          <p:nvPr/>
        </p:nvGrpSpPr>
        <p:grpSpPr>
          <a:xfrm>
            <a:off x="7130520" y="6302880"/>
            <a:ext cx="1694880" cy="285120"/>
            <a:chOff x="7130520" y="6302880"/>
            <a:chExt cx="1694880" cy="285120"/>
          </a:xfrm>
        </p:grpSpPr>
        <p:sp>
          <p:nvSpPr>
            <p:cNvPr id="88" name="Triangle 12"/>
            <p:cNvSpPr/>
            <p:nvPr/>
          </p:nvSpPr>
          <p:spPr>
            <a:xfrm rot="5400000">
              <a:off x="7110720" y="632232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Triangle 13"/>
            <p:cNvSpPr/>
            <p:nvPr/>
          </p:nvSpPr>
          <p:spPr>
            <a:xfrm rot="5400000">
              <a:off x="7352280" y="632232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Triangle 14"/>
            <p:cNvSpPr/>
            <p:nvPr/>
          </p:nvSpPr>
          <p:spPr>
            <a:xfrm rot="5400000">
              <a:off x="7835040" y="632232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Triangle 15"/>
            <p:cNvSpPr/>
            <p:nvPr/>
          </p:nvSpPr>
          <p:spPr>
            <a:xfrm rot="5400000">
              <a:off x="8559720" y="6322320"/>
              <a:ext cx="285120" cy="2458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2" name="Rectangle 1"/>
          <p:cNvSpPr/>
          <p:nvPr/>
        </p:nvSpPr>
        <p:spPr>
          <a:xfrm>
            <a:off x="7098840" y="334800"/>
            <a:ext cx="465048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MA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{{events_type_date}}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098840" y="2832840"/>
            <a:ext cx="219816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lang="fr-FR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Spécialement étudié pour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7122600" y="5489280"/>
            <a:ext cx="304740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MA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{{nb_personne}}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7098840" y="4929840"/>
            <a:ext cx="313812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MA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{{duree}}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fr-M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{{date}}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9"/>
          <p:cNvSpPr/>
          <p:nvPr/>
        </p:nvSpPr>
        <p:spPr>
          <a:xfrm>
            <a:off x="7130520" y="899640"/>
            <a:ext cx="1031040" cy="359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7" name="Straight Connector 17"/>
          <p:cNvCxnSpPr/>
          <p:nvPr/>
        </p:nvCxnSpPr>
        <p:spPr>
          <a:xfrm>
            <a:off x="7098840" y="279000"/>
            <a:ext cx="378540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8" name="Rectangle 22"/>
          <p:cNvSpPr/>
          <p:nvPr/>
        </p:nvSpPr>
        <p:spPr>
          <a:xfrm>
            <a:off x="3533400" y="272520"/>
            <a:ext cx="3296160" cy="2703240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24" descr="{{image:topic}}"/>
          <p:cNvSpPr/>
          <p:nvPr/>
        </p:nvSpPr>
        <p:spPr>
          <a:xfrm>
            <a:off x="3540308" y="3434755"/>
            <a:ext cx="3324037" cy="3009897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Espace réservé pour une image  31"/>
          <p:cNvSpPr/>
          <p:nvPr/>
        </p:nvSpPr>
        <p:spPr>
          <a:xfrm>
            <a:off x="3534120" y="0"/>
            <a:ext cx="3327120" cy="3153600"/>
          </a:xfrm>
          <a:custGeom>
            <a:avLst/>
            <a:gdLst>
              <a:gd name="textAreaLeft" fmla="*/ 0 w 3327120"/>
              <a:gd name="textAreaRight" fmla="*/ 3327480 w 3327120"/>
              <a:gd name="textAreaTop" fmla="*/ 0 h 3153600"/>
              <a:gd name="textAreaBottom" fmla="*/ 3153960 h 3153600"/>
              <a:gd name="GluePoint1X" fmla="*/ 0 w 3327399"/>
              <a:gd name="GluePoint1Y" fmla="*/ 0 h 3154089"/>
              <a:gd name="GluePoint2X" fmla="*/ 3327399 w 3327399"/>
              <a:gd name="GluePoint2Y" fmla="*/ 0 h 3154089"/>
              <a:gd name="GluePoint3X" fmla="*/ 3327399 w 3327399"/>
              <a:gd name="GluePoint3Y" fmla="*/ 3154089 h 3154089"/>
              <a:gd name="GluePoint4X" fmla="*/ 0 w 3327399"/>
              <a:gd name="GluePoint4Y" fmla="*/ 3154089 h 31540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327399" h="3154089">
                <a:moveTo>
                  <a:pt x="0" y="0"/>
                </a:moveTo>
                <a:lnTo>
                  <a:pt x="3327399" y="0"/>
                </a:lnTo>
                <a:lnTo>
                  <a:pt x="3327399" y="3154089"/>
                </a:lnTo>
                <a:lnTo>
                  <a:pt x="0" y="3154089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25"/>
          <p:cNvSpPr/>
          <p:nvPr/>
        </p:nvSpPr>
        <p:spPr>
          <a:xfrm>
            <a:off x="14040" y="334800"/>
            <a:ext cx="3296160" cy="3090600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27"/>
          <p:cNvSpPr/>
          <p:nvPr/>
        </p:nvSpPr>
        <p:spPr>
          <a:xfrm>
            <a:off x="-25920" y="4290120"/>
            <a:ext cx="3296160" cy="2367720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Espace réservé pour une image  1038"/>
          <p:cNvSpPr/>
          <p:nvPr/>
        </p:nvSpPr>
        <p:spPr>
          <a:xfrm>
            <a:off x="0" y="0"/>
            <a:ext cx="3327120" cy="3843720"/>
          </a:xfrm>
          <a:custGeom>
            <a:avLst/>
            <a:gdLst>
              <a:gd name="textAreaLeft" fmla="*/ 0 w 3327120"/>
              <a:gd name="textAreaRight" fmla="*/ 3327480 w 3327120"/>
              <a:gd name="textAreaTop" fmla="*/ 0 h 3843720"/>
              <a:gd name="textAreaBottom" fmla="*/ 3844080 h 3843720"/>
              <a:gd name="GluePoint1X" fmla="*/ 0 w 3327399"/>
              <a:gd name="GluePoint1Y" fmla="*/ 0 h 3843939"/>
              <a:gd name="GluePoint2X" fmla="*/ 3327399 w 3327399"/>
              <a:gd name="GluePoint2Y" fmla="*/ 0 h 3843939"/>
              <a:gd name="GluePoint3X" fmla="*/ 3327399 w 3327399"/>
              <a:gd name="GluePoint3Y" fmla="*/ 3843939 h 3843939"/>
              <a:gd name="GluePoint4X" fmla="*/ 0 w 3327399"/>
              <a:gd name="GluePoint4Y" fmla="*/ 3843939 h 384393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327399" h="3843939">
                <a:moveTo>
                  <a:pt x="0" y="0"/>
                </a:moveTo>
                <a:lnTo>
                  <a:pt x="3327399" y="0"/>
                </a:lnTo>
                <a:lnTo>
                  <a:pt x="3327399" y="3843939"/>
                </a:lnTo>
                <a:lnTo>
                  <a:pt x="0" y="3843939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Espace réservé pour une image  1042"/>
          <p:cNvSpPr/>
          <p:nvPr/>
        </p:nvSpPr>
        <p:spPr>
          <a:xfrm>
            <a:off x="0" y="4075920"/>
            <a:ext cx="3327120" cy="2781720"/>
          </a:xfrm>
          <a:custGeom>
            <a:avLst/>
            <a:gdLst>
              <a:gd name="textAreaLeft" fmla="*/ 0 w 3327120"/>
              <a:gd name="textAreaRight" fmla="*/ 3327480 w 3327120"/>
              <a:gd name="textAreaTop" fmla="*/ 0 h 2781720"/>
              <a:gd name="textAreaBottom" fmla="*/ 2782080 h 2781720"/>
              <a:gd name="GluePoint1X" fmla="*/ 0 w 3327399"/>
              <a:gd name="GluePoint1Y" fmla="*/ 0 h 2782201"/>
              <a:gd name="GluePoint2X" fmla="*/ 3327399 w 3327399"/>
              <a:gd name="GluePoint2Y" fmla="*/ 0 h 2782201"/>
              <a:gd name="GluePoint3X" fmla="*/ 3327399 w 3327399"/>
              <a:gd name="GluePoint3Y" fmla="*/ 2782201 h 2782201"/>
              <a:gd name="GluePoint4X" fmla="*/ 0 w 3327399"/>
              <a:gd name="GluePoint4Y" fmla="*/ 2782201 h 278220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327399" h="2782201">
                <a:moveTo>
                  <a:pt x="0" y="0"/>
                </a:moveTo>
                <a:lnTo>
                  <a:pt x="3327399" y="0"/>
                </a:lnTo>
                <a:lnTo>
                  <a:pt x="3327399" y="2782201"/>
                </a:lnTo>
                <a:lnTo>
                  <a:pt x="0" y="2782201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9"/>
          <p:cNvSpPr/>
          <p:nvPr/>
        </p:nvSpPr>
        <p:spPr>
          <a:xfrm>
            <a:off x="7371720" y="1570680"/>
            <a:ext cx="3973680" cy="10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{{event_nom}}</a:t>
            </a:r>
            <a:r>
              <a:rPr lang="fr-FR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</a:t>
            </a: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</a:t>
            </a: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  <a:ea typeface="GulimChe"/>
              </a:rPr>
              <a:t> </a:t>
            </a: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GulimChe"/>
              </a:rPr>
              <a:t>{{destination}} - {{annee}}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Espace réservé pour une image  1" descr="{{image:logo}}"/>
          <p:cNvPicPr/>
          <p:nvPr/>
        </p:nvPicPr>
        <p:blipFill>
          <a:blip r:embed="rId7"/>
          <a:stretch/>
        </p:blipFill>
        <p:spPr>
          <a:xfrm>
            <a:off x="8640000" y="3420000"/>
            <a:ext cx="1277640" cy="1343520"/>
          </a:xfrm>
          <a:prstGeom prst="rect">
            <a:avLst/>
          </a:prstGeom>
          <a:pattFill prst="wdUpDiag">
            <a:fgClr>
              <a:srgbClr val="4472C4"/>
            </a:fgClr>
            <a:bgClr>
              <a:srgbClr val="FFFFFF"/>
            </a:bgClr>
          </a:pattFill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18"/>
          <p:cNvSpPr/>
          <p:nvPr/>
        </p:nvSpPr>
        <p:spPr>
          <a:xfrm>
            <a:off x="172440" y="3429000"/>
            <a:ext cx="11924280" cy="215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3400" b="1" u="none" strike="noStrike" spc="-300">
                <a:solidFill>
                  <a:srgbClr val="F6C819"/>
                </a:solidFill>
                <a:effectLst/>
                <a:uFillTx/>
                <a:latin typeface="Arial"/>
              </a:rPr>
              <a:t>BENSLIMANE</a:t>
            </a:r>
            <a:endParaRPr lang="en-GB" sz="1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22"/>
          <p:cNvSpPr/>
          <p:nvPr/>
        </p:nvSpPr>
        <p:spPr>
          <a:xfrm>
            <a:off x="277560" y="1058760"/>
            <a:ext cx="11636640" cy="298584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99000">
                <a:srgbClr val="FFF2CC">
                  <a:alpha val="33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7" name="Picture 3"/>
          <p:cNvPicPr/>
          <p:nvPr/>
        </p:nvPicPr>
        <p:blipFill>
          <a:blip r:embed="rId3"/>
          <a:stretch/>
        </p:blipFill>
        <p:spPr>
          <a:xfrm>
            <a:off x="10804680" y="132480"/>
            <a:ext cx="105372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Box 17"/>
          <p:cNvSpPr/>
          <p:nvPr/>
        </p:nvSpPr>
        <p:spPr>
          <a:xfrm>
            <a:off x="494280" y="1457640"/>
            <a:ext cx="1125864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MA" sz="1600" b="0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{{destination_paragraph}}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9" name="Group 27"/>
          <p:cNvGrpSpPr/>
          <p:nvPr/>
        </p:nvGrpSpPr>
        <p:grpSpPr>
          <a:xfrm>
            <a:off x="333360" y="314640"/>
            <a:ext cx="2235240" cy="376200"/>
            <a:chOff x="333360" y="314640"/>
            <a:chExt cx="2235240" cy="376200"/>
          </a:xfrm>
        </p:grpSpPr>
        <p:sp>
          <p:nvSpPr>
            <p:cNvPr id="230" name="Triangle 28"/>
            <p:cNvSpPr/>
            <p:nvPr/>
          </p:nvSpPr>
          <p:spPr>
            <a:xfrm rot="5400000">
              <a:off x="307080" y="340200"/>
              <a:ext cx="376200" cy="324360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1" name="Triangle 29"/>
            <p:cNvSpPr/>
            <p:nvPr/>
          </p:nvSpPr>
          <p:spPr>
            <a:xfrm rot="5400000">
              <a:off x="626040" y="340200"/>
              <a:ext cx="376200" cy="324360"/>
            </a:xfrm>
            <a:prstGeom prst="triangle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2" name="Triangle 30"/>
            <p:cNvSpPr/>
            <p:nvPr/>
          </p:nvSpPr>
          <p:spPr>
            <a:xfrm rot="5400000">
              <a:off x="1262880" y="340200"/>
              <a:ext cx="376200" cy="324360"/>
            </a:xfrm>
            <a:prstGeom prst="triangle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3" name="Triangle 31"/>
            <p:cNvSpPr/>
            <p:nvPr/>
          </p:nvSpPr>
          <p:spPr>
            <a:xfrm rot="5400000">
              <a:off x="2218320" y="340200"/>
              <a:ext cx="376200" cy="32436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M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234" name="Image 2"/>
          <p:cNvPicPr/>
          <p:nvPr/>
        </p:nvPicPr>
        <p:blipFill>
          <a:blip r:embed="rId4"/>
          <a:stretch/>
        </p:blipFill>
        <p:spPr>
          <a:xfrm>
            <a:off x="2302200" y="3531600"/>
            <a:ext cx="9899640" cy="3326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riangle 3"/>
          <p:cNvSpPr/>
          <p:nvPr/>
        </p:nvSpPr>
        <p:spPr>
          <a:xfrm rot="5400000">
            <a:off x="-610920" y="610920"/>
            <a:ext cx="6870240" cy="5647680"/>
          </a:xfrm>
          <a:prstGeom prst="triangle">
            <a:avLst>
              <a:gd name="adj" fmla="val 50000"/>
            </a:avLst>
          </a:prstGeom>
          <a:solidFill>
            <a:srgbClr val="137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Rectangle 4"/>
          <p:cNvSpPr/>
          <p:nvPr/>
        </p:nvSpPr>
        <p:spPr>
          <a:xfrm>
            <a:off x="0" y="0"/>
            <a:ext cx="2306880" cy="6857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riangle 5"/>
          <p:cNvSpPr/>
          <p:nvPr/>
        </p:nvSpPr>
        <p:spPr>
          <a:xfrm rot="5400000">
            <a:off x="-249120" y="2274840"/>
            <a:ext cx="2805840" cy="2306880"/>
          </a:xfrm>
          <a:prstGeom prst="triangle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Rectangle 6"/>
          <p:cNvSpPr/>
          <p:nvPr/>
        </p:nvSpPr>
        <p:spPr>
          <a:xfrm>
            <a:off x="7751160" y="0"/>
            <a:ext cx="2306880" cy="6857640"/>
          </a:xfrm>
          <a:prstGeom prst="rect">
            <a:avLst/>
          </a:prstGeom>
          <a:solidFill>
            <a:srgbClr val="25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M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7"/>
          <p:cNvSpPr/>
          <p:nvPr/>
        </p:nvSpPr>
        <p:spPr>
          <a:xfrm>
            <a:off x="2307240" y="2585520"/>
            <a:ext cx="9734760" cy="258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fr-FR" sz="130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CHOUKRAN </a:t>
            </a:r>
            <a:r>
              <a:rPr lang="fr-FR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Merci, </a:t>
            </a:r>
            <a:r>
              <a:rPr lang="fr-FR" sz="3200" b="1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Thank you</a:t>
            </a:r>
            <a:r>
              <a:rPr lang="fr-FR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, Gracias, </a:t>
            </a:r>
            <a:r>
              <a:rPr lang="fr-MA" sz="3200" b="1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Grazie</a:t>
            </a:r>
            <a:r>
              <a:rPr lang="fr-MA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, </a:t>
            </a:r>
            <a:r>
              <a:rPr lang="ja-JP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谢谢</a:t>
            </a:r>
            <a:r>
              <a:rPr lang="fr-FR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, </a:t>
            </a:r>
            <a:r>
              <a:rPr lang="fr-FR" sz="3200" b="1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Danke</a:t>
            </a:r>
            <a:r>
              <a:rPr lang="fr-FR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, </a:t>
            </a:r>
            <a:r>
              <a:rPr lang="fr-MA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Takk, </a:t>
            </a:r>
            <a:r>
              <a:rPr lang="ar-MA" sz="3200" b="1" u="none" strike="noStrike">
                <a:solidFill>
                  <a:schemeClr val="dk1"/>
                </a:solidFill>
                <a:effectLst/>
                <a:uFillTx/>
                <a:latin typeface="Calibri"/>
                <a:cs typeface="Arial"/>
              </a:rPr>
              <a:t>شكراً</a:t>
            </a:r>
            <a:r>
              <a:rPr lang="fr-FR" sz="3200" b="0" u="none" strike="noStrike" spc="-3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</a:rPr>
              <a:t> 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8"/>
          <p:cNvSpPr/>
          <p:nvPr/>
        </p:nvSpPr>
        <p:spPr>
          <a:xfrm>
            <a:off x="4525920" y="728280"/>
            <a:ext cx="13010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PRÉNOM STAFF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9"/>
          <p:cNvSpPr/>
          <p:nvPr/>
        </p:nvSpPr>
        <p:spPr>
          <a:xfrm>
            <a:off x="7751160" y="730440"/>
            <a:ext cx="238032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TRAVELS &amp; EVENTS DESIGNER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0"/>
          <p:cNvSpPr/>
          <p:nvPr/>
        </p:nvSpPr>
        <p:spPr>
          <a:xfrm>
            <a:off x="277200" y="6198840"/>
            <a:ext cx="19389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DATE TRAITEMENT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11"/>
          <p:cNvSpPr/>
          <p:nvPr/>
        </p:nvSpPr>
        <p:spPr>
          <a:xfrm>
            <a:off x="5239440" y="6198840"/>
            <a:ext cx="18118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VOTRE SERVICE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5" name="Picture 12"/>
          <p:cNvPicPr/>
          <p:nvPr/>
        </p:nvPicPr>
        <p:blipFill>
          <a:blip r:embed="rId3"/>
          <a:stretch/>
        </p:blipFill>
        <p:spPr>
          <a:xfrm>
            <a:off x="10424520" y="5481360"/>
            <a:ext cx="1335600" cy="1086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6491</TotalTime>
  <Words>2035</Words>
  <Application>Microsoft Office PowerPoint</Application>
  <PresentationFormat>Widescreen</PresentationFormat>
  <Paragraphs>261</Paragraphs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Thème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Microsoft Office User</dc:creator>
  <dc:description/>
  <cp:lastModifiedBy/>
  <cp:revision>172</cp:revision>
  <cp:lastPrinted>2024-10-14T15:31:18Z</cp:lastPrinted>
  <dcterms:created xsi:type="dcterms:W3CDTF">2024-10-11T16:36:31Z</dcterms:created>
  <dcterms:modified xsi:type="dcterms:W3CDTF">2026-05-15T16:03:38Z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Widescreen</vt:lpwstr>
  </property>
  <property fmtid="{D5CDD505-2E9C-101B-9397-08002B2CF9AE}" pid="4" name="Slides">
    <vt:i4>22</vt:i4>
  </property>
</Properties>
</file>
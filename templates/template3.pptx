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53" d="100"/>
          <a:sy n="153" d="100"/>
        </p:scale>
        <p:origin x="992" y="17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69634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89272151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4DCE42B-DA9F-8242-806F-7F8979AB1BDA}" type="datetimeFigureOut">
              <a:rPr lang="fr-FR"/>
              <a:t>15/05/2026</a:t>
            </a:fld>
            <a:endParaRPr lang="fr-FR"/>
          </a:p>
        </p:txBody>
      </p:sp>
      <p:sp>
        <p:nvSpPr>
          <p:cNvPr id="1341394984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430235344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369757172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213541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FA22E5B-262A-4540-B147-1710E76D33DE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334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383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0469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4383A2B-8653-2641-A3B9-F84DFE18686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303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295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808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4383A2B-8653-2641-A3B9-F84DFE18686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54025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784801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30550024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64845610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0120700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40363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5444609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46218364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2081066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4464927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83471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4727655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52353687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91798707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2838172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69772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95418010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88128956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71461769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68829058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2193884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127700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9499879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5761931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953236914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808080963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595083111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53929394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78082998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77945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34854675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070069183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3128794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035099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628481910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35264198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759486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2047403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56663142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9196983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62852251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707541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80044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93872072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182163808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24257805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61967510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4382904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73327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58204247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37213586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13724483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094003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8244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9726331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40183528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24714116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871971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Services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24099" name="Picture Placeholder 21"/>
          <p:cNvSpPr>
            <a:spLocks noGrp="1"/>
          </p:cNvSpPr>
          <p:nvPr>
            <p:ph type="pic" sz="quarter" idx="14"/>
          </p:nvPr>
        </p:nvSpPr>
        <p:spPr bwMode="auto">
          <a:xfrm>
            <a:off x="3534072" y="3359160"/>
            <a:ext cx="3327399" cy="3498840"/>
          </a:xfrm>
          <a:custGeom>
            <a:avLst/>
            <a:gdLst>
              <a:gd name="connsiteX0" fmla="*/ 0 w 3327399"/>
              <a:gd name="connsiteY0" fmla="*/ 0 h 3498840"/>
              <a:gd name="connsiteX1" fmla="*/ 3327399 w 3327399"/>
              <a:gd name="connsiteY1" fmla="*/ 0 h 3498840"/>
              <a:gd name="connsiteX2" fmla="*/ 3327399 w 3327399"/>
              <a:gd name="connsiteY2" fmla="*/ 3498840 h 3498840"/>
              <a:gd name="connsiteX3" fmla="*/ 0 w 3327399"/>
              <a:gd name="connsiteY3" fmla="*/ 3498840 h 349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7399" h="3498840" fill="norm" stroke="1" extrusionOk="0">
                <a:moveTo>
                  <a:pt x="0" y="0"/>
                </a:moveTo>
                <a:lnTo>
                  <a:pt x="3327399" y="0"/>
                </a:lnTo>
                <a:lnTo>
                  <a:pt x="3327399" y="3498840"/>
                </a:lnTo>
                <a:lnTo>
                  <a:pt x="0" y="349884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271821076" name="Picture Placeholder 18"/>
          <p:cNvSpPr>
            <a:spLocks noGrp="1"/>
          </p:cNvSpPr>
          <p:nvPr>
            <p:ph type="pic" sz="quarter" idx="16"/>
          </p:nvPr>
        </p:nvSpPr>
        <p:spPr bwMode="auto">
          <a:xfrm>
            <a:off x="0" y="4075799"/>
            <a:ext cx="3327399" cy="2782201"/>
          </a:xfrm>
          <a:custGeom>
            <a:avLst/>
            <a:gdLst>
              <a:gd name="connsiteX0" fmla="*/ 0 w 3327399"/>
              <a:gd name="connsiteY0" fmla="*/ 0 h 2782201"/>
              <a:gd name="connsiteX1" fmla="*/ 3327399 w 3327399"/>
              <a:gd name="connsiteY1" fmla="*/ 0 h 2782201"/>
              <a:gd name="connsiteX2" fmla="*/ 3327399 w 3327399"/>
              <a:gd name="connsiteY2" fmla="*/ 2782201 h 2782201"/>
              <a:gd name="connsiteX3" fmla="*/ 0 w 3327399"/>
              <a:gd name="connsiteY3" fmla="*/ 2782201 h 278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7399" h="2782201" fill="norm" stroke="1" extrusionOk="0">
                <a:moveTo>
                  <a:pt x="0" y="0"/>
                </a:moveTo>
                <a:lnTo>
                  <a:pt x="3327399" y="0"/>
                </a:lnTo>
                <a:lnTo>
                  <a:pt x="3327399" y="2782201"/>
                </a:lnTo>
                <a:lnTo>
                  <a:pt x="0" y="278220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512100434" name="Picture Placeholder 20"/>
          <p:cNvSpPr>
            <a:spLocks noGrp="1"/>
          </p:cNvSpPr>
          <p:nvPr>
            <p:ph type="pic" sz="quarter" idx="17"/>
          </p:nvPr>
        </p:nvSpPr>
        <p:spPr bwMode="auto">
          <a:xfrm>
            <a:off x="3534072" y="2"/>
            <a:ext cx="3327399" cy="3154089"/>
          </a:xfrm>
          <a:custGeom>
            <a:avLst/>
            <a:gdLst>
              <a:gd name="connsiteX0" fmla="*/ 0 w 3327399"/>
              <a:gd name="connsiteY0" fmla="*/ 0 h 3154089"/>
              <a:gd name="connsiteX1" fmla="*/ 3327399 w 3327399"/>
              <a:gd name="connsiteY1" fmla="*/ 0 h 3154089"/>
              <a:gd name="connsiteX2" fmla="*/ 3327399 w 3327399"/>
              <a:gd name="connsiteY2" fmla="*/ 3154089 h 3154089"/>
              <a:gd name="connsiteX3" fmla="*/ 0 w 3327399"/>
              <a:gd name="connsiteY3" fmla="*/ 3154089 h 31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7399" h="3154089" fill="norm" stroke="1" extrusionOk="0">
                <a:moveTo>
                  <a:pt x="0" y="0"/>
                </a:moveTo>
                <a:lnTo>
                  <a:pt x="3327399" y="0"/>
                </a:lnTo>
                <a:lnTo>
                  <a:pt x="3327399" y="3154089"/>
                </a:lnTo>
                <a:lnTo>
                  <a:pt x="0" y="315408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853393520" name="Picture Placeholder 16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3327399" cy="3843939"/>
          </a:xfrm>
          <a:custGeom>
            <a:avLst/>
            <a:gdLst>
              <a:gd name="connsiteX0" fmla="*/ 0 w 3327399"/>
              <a:gd name="connsiteY0" fmla="*/ 0 h 3843939"/>
              <a:gd name="connsiteX1" fmla="*/ 3327399 w 3327399"/>
              <a:gd name="connsiteY1" fmla="*/ 0 h 3843939"/>
              <a:gd name="connsiteX2" fmla="*/ 3327399 w 3327399"/>
              <a:gd name="connsiteY2" fmla="*/ 3843939 h 3843939"/>
              <a:gd name="connsiteX3" fmla="*/ 0 w 3327399"/>
              <a:gd name="connsiteY3" fmla="*/ 3843939 h 38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7399" h="3843939" fill="norm" stroke="1" extrusionOk="0">
                <a:moveTo>
                  <a:pt x="0" y="0"/>
                </a:moveTo>
                <a:lnTo>
                  <a:pt x="3327399" y="0"/>
                </a:lnTo>
                <a:lnTo>
                  <a:pt x="3327399" y="3843939"/>
                </a:lnTo>
                <a:lnTo>
                  <a:pt x="0" y="384393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 sz="12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0432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8931664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defRPr/>
            </a:pPr>
            <a:r>
              <a:rPr lang="fr-FR"/>
              <a:t>Modifier les styles du texte du masque</a:t>
            </a:r>
            <a:br>
              <a:rPr lang="fr-FR"/>
            </a:br>
            <a:r>
              <a:rPr lang="fr-FR"/>
              <a:t>Deuxième niveau</a:t>
            </a:r>
            <a:br>
              <a:rPr lang="fr-FR"/>
            </a:br>
            <a:r>
              <a:rPr lang="fr-FR"/>
              <a:t>Troisième niveau</a:t>
            </a:r>
            <a:br>
              <a:rPr lang="fr-FR"/>
            </a:br>
            <a:r>
              <a:rPr lang="fr-FR"/>
              <a:t>Quatrième niveau</a:t>
            </a:r>
            <a:br>
              <a:rPr lang="fr-FR"/>
            </a:br>
            <a:r>
              <a:rPr lang="fr-FR"/>
              <a:t>Cinquième niveau</a:t>
            </a:r>
            <a:endParaRPr/>
          </a:p>
        </p:txBody>
      </p:sp>
      <p:sp>
        <p:nvSpPr>
          <p:cNvPr id="1806441996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85D4FA-9869-8449-9681-FA4BEB67A84F}" type="datetimeFigureOut">
              <a:rPr lang="fr-FR"/>
              <a:t>15/05/2026</a:t>
            </a:fld>
            <a:endParaRPr lang="fr-FR"/>
          </a:p>
        </p:txBody>
      </p:sp>
      <p:sp>
        <p:nvSpPr>
          <p:cNvPr id="449697740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8088710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53C86B5-489E-E049-BD62-B07127F1532D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4297490" name="Picture 80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3992815" y="5647773"/>
            <a:ext cx="1144633" cy="931227"/>
          </a:xfrm>
          <a:prstGeom prst="rect">
            <a:avLst/>
          </a:prstGeom>
        </p:spPr>
      </p:pic>
      <p:grpSp>
        <p:nvGrpSpPr>
          <p:cNvPr id="63643848" name="Group 81"/>
          <p:cNvGrpSpPr/>
          <p:nvPr/>
        </p:nvGrpSpPr>
        <p:grpSpPr bwMode="auto">
          <a:xfrm>
            <a:off x="10221589" y="6290273"/>
            <a:ext cx="1694896" cy="285485"/>
            <a:chOff x="7535602" y="542646"/>
            <a:chExt cx="2735706" cy="460797"/>
          </a:xfrm>
        </p:grpSpPr>
        <p:sp>
          <p:nvSpPr>
            <p:cNvPr id="83" name="Triangle 82"/>
            <p:cNvSpPr/>
            <p:nvPr/>
          </p:nvSpPr>
          <p:spPr bwMode="auto">
            <a:xfrm rot="5400000">
              <a:off x="7503823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4" name="Triangle 83"/>
            <p:cNvSpPr/>
            <p:nvPr/>
          </p:nvSpPr>
          <p:spPr bwMode="auto">
            <a:xfrm rot="5400000">
              <a:off x="7893567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5" name="Triangle 84"/>
            <p:cNvSpPr/>
            <p:nvPr/>
          </p:nvSpPr>
          <p:spPr bwMode="auto">
            <a:xfrm rot="5400000">
              <a:off x="8673056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6" name="Triangle 85"/>
            <p:cNvSpPr/>
            <p:nvPr/>
          </p:nvSpPr>
          <p:spPr bwMode="auto">
            <a:xfrm rot="5400000">
              <a:off x="9842290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292791481" name="TextBox 30"/>
          <p:cNvSpPr txBox="1"/>
          <p:nvPr/>
        </p:nvSpPr>
        <p:spPr bwMode="auto">
          <a:xfrm>
            <a:off x="178490" y="342009"/>
            <a:ext cx="550288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fr-FR" sz="2800" b="1">
                <a:solidFill>
                  <a:schemeClr val="accent4"/>
                </a:solidFill>
                <a:latin typeface="Arial"/>
                <a:ea typeface="GulimChe"/>
                <a:cs typeface="Arial"/>
              </a:rPr>
              <a:t>{{</a:t>
            </a:r>
            <a:r>
              <a:rPr lang="fr-FR" sz="2800" b="1">
                <a:solidFill>
                  <a:schemeClr val="accent4"/>
                </a:solidFill>
                <a:latin typeface="Arial"/>
                <a:ea typeface="GulimChe"/>
                <a:cs typeface="Arial"/>
              </a:rPr>
              <a:t>title</a:t>
            </a:r>
            <a:r>
              <a:rPr lang="fr-FR" sz="2800" b="1">
                <a:solidFill>
                  <a:schemeClr val="accent4"/>
                </a:solidFill>
                <a:latin typeface="Arial"/>
                <a:ea typeface="GulimChe"/>
                <a:cs typeface="Arial"/>
              </a:rPr>
              <a:t>}}</a:t>
            </a:r>
            <a:endParaRPr lang="fr-FR" sz="2800" b="1">
              <a:solidFill>
                <a:schemeClr val="accent4"/>
              </a:solidFill>
              <a:latin typeface="Arial"/>
              <a:ea typeface="GulimChe"/>
              <a:cs typeface="Arial"/>
            </a:endParaRPr>
          </a:p>
        </p:txBody>
      </p:sp>
      <p:sp>
        <p:nvSpPr>
          <p:cNvPr id="414795372" name="Rectangle 38"/>
          <p:cNvSpPr/>
          <p:nvPr/>
        </p:nvSpPr>
        <p:spPr bwMode="auto">
          <a:xfrm>
            <a:off x="282000" y="1296116"/>
            <a:ext cx="1031358" cy="35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6553175" name="Straight Connector 39"/>
          <p:cNvCxnSpPr/>
          <p:nvPr/>
        </p:nvCxnSpPr>
        <p:spPr bwMode="auto">
          <a:xfrm>
            <a:off x="282000" y="295842"/>
            <a:ext cx="37851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5397823" name="Picture 12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743813" y="129990"/>
            <a:ext cx="1024464" cy="1682564"/>
          </a:xfrm>
          <a:prstGeom prst="rect">
            <a:avLst/>
          </a:prstGeom>
        </p:spPr>
      </p:pic>
      <p:grpSp>
        <p:nvGrpSpPr>
          <p:cNvPr id="655707873" name="组合 40"/>
          <p:cNvGrpSpPr/>
          <p:nvPr/>
        </p:nvGrpSpPr>
        <p:grpSpPr bwMode="auto">
          <a:xfrm>
            <a:off x="6009378" y="342009"/>
            <a:ext cx="5900622" cy="6156767"/>
            <a:chOff x="534988" y="1173163"/>
            <a:chExt cx="5127625" cy="5408612"/>
          </a:xfrm>
          <a:solidFill>
            <a:srgbClr val="255AA8"/>
          </a:solidFill>
        </p:grpSpPr>
        <p:sp>
          <p:nvSpPr>
            <p:cNvPr id="3" name="Freeform 5"/>
            <p:cNvSpPr/>
            <p:nvPr/>
          </p:nvSpPr>
          <p:spPr bwMode="auto">
            <a:xfrm>
              <a:off x="2754313" y="2584450"/>
              <a:ext cx="1693863" cy="1103312"/>
            </a:xfrm>
            <a:custGeom>
              <a:avLst/>
              <a:gdLst/>
              <a:ahLst/>
              <a:cxnLst/>
              <a:rect l="0" t="0" r="r" b="b"/>
              <a:pathLst>
                <a:path w="56643" h="51603" fill="norm" stroke="1" extrusionOk="0">
                  <a:moveTo>
                    <a:pt x="6624" y="20126"/>
                  </a:moveTo>
                  <a:lnTo>
                    <a:pt x="5248" y="23859"/>
                  </a:lnTo>
                  <a:lnTo>
                    <a:pt x="5744" y="25262"/>
                  </a:lnTo>
                  <a:lnTo>
                    <a:pt x="6763" y="24986"/>
                  </a:lnTo>
                  <a:lnTo>
                    <a:pt x="8264" y="26864"/>
                  </a:lnTo>
                  <a:cubicBezTo>
                    <a:pt x="8349" y="27714"/>
                    <a:pt x="8433" y="28564"/>
                    <a:pt x="8518" y="29414"/>
                  </a:cubicBezTo>
                  <a:lnTo>
                    <a:pt x="8263" y="32044"/>
                  </a:lnTo>
                  <a:cubicBezTo>
                    <a:pt x="8169" y="32894"/>
                    <a:pt x="8074" y="33745"/>
                    <a:pt x="7980" y="34595"/>
                  </a:cubicBezTo>
                  <a:lnTo>
                    <a:pt x="7297" y="36886"/>
                  </a:lnTo>
                  <a:lnTo>
                    <a:pt x="5914" y="39279"/>
                  </a:lnTo>
                  <a:lnTo>
                    <a:pt x="3975" y="42918"/>
                  </a:lnTo>
                  <a:lnTo>
                    <a:pt x="2787" y="46198"/>
                  </a:lnTo>
                  <a:lnTo>
                    <a:pt x="720" y="49300"/>
                  </a:lnTo>
                  <a:lnTo>
                    <a:pt x="0" y="50635"/>
                  </a:lnTo>
                  <a:lnTo>
                    <a:pt x="1208" y="50713"/>
                  </a:lnTo>
                  <a:lnTo>
                    <a:pt x="2375" y="51336"/>
                  </a:lnTo>
                  <a:lnTo>
                    <a:pt x="4215" y="51603"/>
                  </a:lnTo>
                  <a:lnTo>
                    <a:pt x="5163" y="50436"/>
                  </a:lnTo>
                  <a:lnTo>
                    <a:pt x="6112" y="51197"/>
                  </a:lnTo>
                  <a:lnTo>
                    <a:pt x="6996" y="50208"/>
                  </a:lnTo>
                  <a:cubicBezTo>
                    <a:pt x="6984" y="49720"/>
                    <a:pt x="6972" y="49233"/>
                    <a:pt x="6960" y="48745"/>
                  </a:cubicBezTo>
                  <a:lnTo>
                    <a:pt x="7406" y="48211"/>
                  </a:lnTo>
                  <a:lnTo>
                    <a:pt x="8208" y="48686"/>
                  </a:lnTo>
                  <a:lnTo>
                    <a:pt x="8836" y="48834"/>
                  </a:lnTo>
                  <a:cubicBezTo>
                    <a:pt x="8805" y="49091"/>
                    <a:pt x="9638" y="48231"/>
                    <a:pt x="9607" y="48488"/>
                  </a:cubicBezTo>
                  <a:lnTo>
                    <a:pt x="11064" y="48510"/>
                  </a:lnTo>
                  <a:lnTo>
                    <a:pt x="12183" y="47263"/>
                  </a:lnTo>
                  <a:lnTo>
                    <a:pt x="13116" y="47274"/>
                  </a:lnTo>
                  <a:cubicBezTo>
                    <a:pt x="13182" y="47660"/>
                    <a:pt x="13249" y="48045"/>
                    <a:pt x="13315" y="48431"/>
                  </a:cubicBezTo>
                  <a:lnTo>
                    <a:pt x="14398" y="49311"/>
                  </a:lnTo>
                  <a:lnTo>
                    <a:pt x="14956" y="48371"/>
                  </a:lnTo>
                  <a:lnTo>
                    <a:pt x="15565" y="46729"/>
                  </a:lnTo>
                  <a:cubicBezTo>
                    <a:pt x="15648" y="46169"/>
                    <a:pt x="15730" y="45609"/>
                    <a:pt x="15813" y="45049"/>
                  </a:cubicBezTo>
                  <a:lnTo>
                    <a:pt x="16414" y="44665"/>
                  </a:lnTo>
                  <a:lnTo>
                    <a:pt x="17462" y="44903"/>
                  </a:lnTo>
                  <a:lnTo>
                    <a:pt x="18537" y="44419"/>
                  </a:lnTo>
                  <a:lnTo>
                    <a:pt x="19510" y="43870"/>
                  </a:lnTo>
                  <a:cubicBezTo>
                    <a:pt x="19691" y="43581"/>
                    <a:pt x="19677" y="42720"/>
                    <a:pt x="19641" y="42233"/>
                  </a:cubicBezTo>
                  <a:cubicBezTo>
                    <a:pt x="19605" y="41746"/>
                    <a:pt x="19419" y="41425"/>
                    <a:pt x="19294" y="40948"/>
                  </a:cubicBezTo>
                  <a:lnTo>
                    <a:pt x="18876" y="39819"/>
                  </a:lnTo>
                  <a:lnTo>
                    <a:pt x="19223" y="39004"/>
                  </a:lnTo>
                  <a:lnTo>
                    <a:pt x="19761" y="38648"/>
                  </a:lnTo>
                  <a:cubicBezTo>
                    <a:pt x="19697" y="38381"/>
                    <a:pt x="19634" y="38114"/>
                    <a:pt x="19570" y="37847"/>
                  </a:cubicBezTo>
                  <a:lnTo>
                    <a:pt x="19187" y="36975"/>
                  </a:lnTo>
                  <a:cubicBezTo>
                    <a:pt x="19293" y="36665"/>
                    <a:pt x="19400" y="36356"/>
                    <a:pt x="19506" y="36046"/>
                  </a:cubicBezTo>
                  <a:lnTo>
                    <a:pt x="20390" y="36095"/>
                  </a:lnTo>
                  <a:lnTo>
                    <a:pt x="21281" y="36630"/>
                  </a:lnTo>
                  <a:lnTo>
                    <a:pt x="22259" y="37252"/>
                  </a:lnTo>
                  <a:lnTo>
                    <a:pt x="23334" y="36491"/>
                  </a:lnTo>
                  <a:lnTo>
                    <a:pt x="23271" y="35294"/>
                  </a:lnTo>
                  <a:lnTo>
                    <a:pt x="24346" y="35166"/>
                  </a:lnTo>
                  <a:lnTo>
                    <a:pt x="25131" y="35967"/>
                  </a:lnTo>
                  <a:lnTo>
                    <a:pt x="25994" y="37073"/>
                  </a:lnTo>
                  <a:lnTo>
                    <a:pt x="27326" y="36224"/>
                  </a:lnTo>
                  <a:lnTo>
                    <a:pt x="27920" y="35027"/>
                  </a:lnTo>
                  <a:lnTo>
                    <a:pt x="29426" y="35205"/>
                  </a:lnTo>
                  <a:lnTo>
                    <a:pt x="30131" y="34208"/>
                  </a:lnTo>
                  <a:cubicBezTo>
                    <a:pt x="30098" y="33453"/>
                    <a:pt x="29873" y="32987"/>
                    <a:pt x="29840" y="32232"/>
                  </a:cubicBezTo>
                  <a:lnTo>
                    <a:pt x="30927" y="30342"/>
                  </a:lnTo>
                  <a:lnTo>
                    <a:pt x="31932" y="31371"/>
                  </a:lnTo>
                  <a:lnTo>
                    <a:pt x="32342" y="32389"/>
                  </a:lnTo>
                  <a:lnTo>
                    <a:pt x="32852" y="33497"/>
                  </a:lnTo>
                  <a:lnTo>
                    <a:pt x="34195" y="33603"/>
                  </a:lnTo>
                  <a:lnTo>
                    <a:pt x="35207" y="33069"/>
                  </a:lnTo>
                  <a:lnTo>
                    <a:pt x="35645" y="32268"/>
                  </a:lnTo>
                  <a:cubicBezTo>
                    <a:pt x="35624" y="31929"/>
                    <a:pt x="35603" y="31589"/>
                    <a:pt x="35582" y="31250"/>
                  </a:cubicBezTo>
                  <a:cubicBezTo>
                    <a:pt x="35686" y="30818"/>
                    <a:pt x="35789" y="30386"/>
                    <a:pt x="35893" y="29954"/>
                  </a:cubicBezTo>
                  <a:lnTo>
                    <a:pt x="36856" y="29036"/>
                  </a:lnTo>
                  <a:lnTo>
                    <a:pt x="38059" y="29748"/>
                  </a:lnTo>
                  <a:lnTo>
                    <a:pt x="38625" y="28986"/>
                  </a:lnTo>
                  <a:lnTo>
                    <a:pt x="39581" y="28146"/>
                  </a:lnTo>
                  <a:lnTo>
                    <a:pt x="40437" y="27573"/>
                  </a:lnTo>
                  <a:lnTo>
                    <a:pt x="41449" y="28235"/>
                  </a:lnTo>
                  <a:lnTo>
                    <a:pt x="42405" y="30193"/>
                  </a:lnTo>
                  <a:lnTo>
                    <a:pt x="43162" y="32774"/>
                  </a:lnTo>
                  <a:cubicBezTo>
                    <a:pt x="43129" y="33354"/>
                    <a:pt x="43095" y="33935"/>
                    <a:pt x="43062" y="34515"/>
                  </a:cubicBezTo>
                  <a:lnTo>
                    <a:pt x="43608" y="35512"/>
                  </a:lnTo>
                  <a:cubicBezTo>
                    <a:pt x="43483" y="36234"/>
                    <a:pt x="43357" y="36955"/>
                    <a:pt x="43232" y="37677"/>
                  </a:cubicBezTo>
                  <a:cubicBezTo>
                    <a:pt x="43242" y="39086"/>
                    <a:pt x="43253" y="40496"/>
                    <a:pt x="43263" y="41905"/>
                  </a:cubicBezTo>
                  <a:lnTo>
                    <a:pt x="43685" y="42837"/>
                  </a:lnTo>
                  <a:lnTo>
                    <a:pt x="44803" y="42402"/>
                  </a:lnTo>
                  <a:lnTo>
                    <a:pt x="45638" y="42520"/>
                  </a:lnTo>
                  <a:lnTo>
                    <a:pt x="46020" y="42244"/>
                  </a:lnTo>
                  <a:lnTo>
                    <a:pt x="47110" y="42184"/>
                  </a:lnTo>
                  <a:lnTo>
                    <a:pt x="48101" y="41552"/>
                  </a:lnTo>
                  <a:lnTo>
                    <a:pt x="49176" y="41809"/>
                  </a:lnTo>
                  <a:lnTo>
                    <a:pt x="50039" y="42679"/>
                  </a:lnTo>
                  <a:lnTo>
                    <a:pt x="51469" y="43134"/>
                  </a:lnTo>
                  <a:lnTo>
                    <a:pt x="52431" y="42422"/>
                  </a:lnTo>
                  <a:cubicBezTo>
                    <a:pt x="52455" y="41796"/>
                    <a:pt x="52478" y="41169"/>
                    <a:pt x="52502" y="40543"/>
                  </a:cubicBezTo>
                  <a:lnTo>
                    <a:pt x="53139" y="40280"/>
                  </a:lnTo>
                  <a:lnTo>
                    <a:pt x="53804" y="40398"/>
                  </a:lnTo>
                  <a:cubicBezTo>
                    <a:pt x="53846" y="39768"/>
                    <a:pt x="53889" y="39138"/>
                    <a:pt x="53931" y="38508"/>
                  </a:cubicBezTo>
                  <a:lnTo>
                    <a:pt x="55021" y="36472"/>
                  </a:lnTo>
                  <a:lnTo>
                    <a:pt x="56643" y="33842"/>
                  </a:lnTo>
                  <a:lnTo>
                    <a:pt x="55842" y="32143"/>
                  </a:lnTo>
                  <a:cubicBezTo>
                    <a:pt x="55818" y="31536"/>
                    <a:pt x="55795" y="30930"/>
                    <a:pt x="55771" y="30323"/>
                  </a:cubicBezTo>
                  <a:lnTo>
                    <a:pt x="55304" y="28801"/>
                  </a:lnTo>
                  <a:lnTo>
                    <a:pt x="55148" y="27477"/>
                  </a:lnTo>
                  <a:cubicBezTo>
                    <a:pt x="55077" y="26798"/>
                    <a:pt x="55007" y="26120"/>
                    <a:pt x="54936" y="25441"/>
                  </a:cubicBezTo>
                  <a:cubicBezTo>
                    <a:pt x="54917" y="24407"/>
                    <a:pt x="54899" y="23372"/>
                    <a:pt x="54880" y="22338"/>
                  </a:cubicBezTo>
                  <a:lnTo>
                    <a:pt x="53932" y="20006"/>
                  </a:lnTo>
                  <a:lnTo>
                    <a:pt x="53322" y="17653"/>
                  </a:lnTo>
                  <a:lnTo>
                    <a:pt x="53804" y="15421"/>
                  </a:lnTo>
                  <a:lnTo>
                    <a:pt x="54384" y="13622"/>
                  </a:lnTo>
                  <a:cubicBezTo>
                    <a:pt x="54464" y="13042"/>
                    <a:pt x="54545" y="12462"/>
                    <a:pt x="54625" y="11882"/>
                  </a:cubicBezTo>
                  <a:cubicBezTo>
                    <a:pt x="54638" y="11419"/>
                    <a:pt x="54527" y="10427"/>
                    <a:pt x="54540" y="9964"/>
                  </a:cubicBezTo>
                  <a:cubicBezTo>
                    <a:pt x="54462" y="9408"/>
                    <a:pt x="54383" y="8852"/>
                    <a:pt x="54305" y="8296"/>
                  </a:cubicBezTo>
                  <a:lnTo>
                    <a:pt x="53719" y="7809"/>
                  </a:lnTo>
                  <a:lnTo>
                    <a:pt x="52431" y="7058"/>
                  </a:lnTo>
                  <a:lnTo>
                    <a:pt x="50548" y="6109"/>
                  </a:lnTo>
                  <a:lnTo>
                    <a:pt x="48821" y="6090"/>
                  </a:lnTo>
                  <a:cubicBezTo>
                    <a:pt x="48760" y="5642"/>
                    <a:pt x="48698" y="5193"/>
                    <a:pt x="48637" y="4745"/>
                  </a:cubicBezTo>
                  <a:lnTo>
                    <a:pt x="49514" y="3816"/>
                  </a:lnTo>
                  <a:lnTo>
                    <a:pt x="50647" y="2511"/>
                  </a:lnTo>
                  <a:lnTo>
                    <a:pt x="51256" y="1166"/>
                  </a:lnTo>
                  <a:lnTo>
                    <a:pt x="50789" y="534"/>
                  </a:lnTo>
                  <a:lnTo>
                    <a:pt x="50096" y="0"/>
                  </a:lnTo>
                  <a:lnTo>
                    <a:pt x="49006" y="118"/>
                  </a:lnTo>
                  <a:lnTo>
                    <a:pt x="48581" y="692"/>
                  </a:lnTo>
                  <a:cubicBezTo>
                    <a:pt x="48538" y="995"/>
                    <a:pt x="48496" y="1298"/>
                    <a:pt x="48453" y="1601"/>
                  </a:cubicBezTo>
                  <a:lnTo>
                    <a:pt x="47788" y="2491"/>
                  </a:lnTo>
                  <a:lnTo>
                    <a:pt x="46825" y="3637"/>
                  </a:lnTo>
                  <a:lnTo>
                    <a:pt x="45566" y="5002"/>
                  </a:lnTo>
                  <a:lnTo>
                    <a:pt x="43641" y="6168"/>
                  </a:lnTo>
                  <a:lnTo>
                    <a:pt x="41815" y="7374"/>
                  </a:lnTo>
                  <a:lnTo>
                    <a:pt x="39635" y="9074"/>
                  </a:lnTo>
                  <a:lnTo>
                    <a:pt x="38624" y="10038"/>
                  </a:lnTo>
                  <a:lnTo>
                    <a:pt x="38780" y="11045"/>
                  </a:lnTo>
                  <a:lnTo>
                    <a:pt x="38293" y="11585"/>
                  </a:lnTo>
                  <a:lnTo>
                    <a:pt x="37458" y="11664"/>
                  </a:lnTo>
                  <a:lnTo>
                    <a:pt x="36283" y="11150"/>
                  </a:lnTo>
                  <a:lnTo>
                    <a:pt x="35534" y="10438"/>
                  </a:lnTo>
                  <a:lnTo>
                    <a:pt x="34546" y="11088"/>
                  </a:lnTo>
                  <a:lnTo>
                    <a:pt x="28797" y="15439"/>
                  </a:lnTo>
                  <a:lnTo>
                    <a:pt x="28327" y="16912"/>
                  </a:lnTo>
                  <a:lnTo>
                    <a:pt x="26929" y="17178"/>
                  </a:lnTo>
                  <a:lnTo>
                    <a:pt x="26476" y="18345"/>
                  </a:lnTo>
                  <a:cubicBezTo>
                    <a:pt x="26490" y="18615"/>
                    <a:pt x="26505" y="18885"/>
                    <a:pt x="26519" y="19155"/>
                  </a:cubicBezTo>
                  <a:lnTo>
                    <a:pt x="25358" y="19413"/>
                  </a:lnTo>
                  <a:lnTo>
                    <a:pt x="24778" y="18879"/>
                  </a:lnTo>
                  <a:lnTo>
                    <a:pt x="23179" y="19057"/>
                  </a:lnTo>
                  <a:lnTo>
                    <a:pt x="22259" y="19511"/>
                  </a:lnTo>
                  <a:lnTo>
                    <a:pt x="20773" y="20025"/>
                  </a:lnTo>
                  <a:lnTo>
                    <a:pt x="19754" y="20817"/>
                  </a:lnTo>
                  <a:lnTo>
                    <a:pt x="18848" y="20184"/>
                  </a:lnTo>
                  <a:cubicBezTo>
                    <a:pt x="18791" y="19894"/>
                    <a:pt x="18735" y="19604"/>
                    <a:pt x="18678" y="19314"/>
                  </a:cubicBezTo>
                  <a:cubicBezTo>
                    <a:pt x="18636" y="19037"/>
                    <a:pt x="18593" y="18761"/>
                    <a:pt x="18551" y="18484"/>
                  </a:cubicBezTo>
                  <a:lnTo>
                    <a:pt x="17136" y="18464"/>
                  </a:lnTo>
                  <a:lnTo>
                    <a:pt x="16074" y="19215"/>
                  </a:lnTo>
                  <a:lnTo>
                    <a:pt x="15523" y="19907"/>
                  </a:lnTo>
                  <a:lnTo>
                    <a:pt x="14547" y="20658"/>
                  </a:lnTo>
                  <a:lnTo>
                    <a:pt x="13372" y="21488"/>
                  </a:lnTo>
                  <a:lnTo>
                    <a:pt x="11886" y="21409"/>
                  </a:lnTo>
                  <a:lnTo>
                    <a:pt x="10570" y="22022"/>
                  </a:lnTo>
                  <a:lnTo>
                    <a:pt x="9593" y="21429"/>
                  </a:lnTo>
                  <a:lnTo>
                    <a:pt x="7894" y="20935"/>
                  </a:lnTo>
                  <a:lnTo>
                    <a:pt x="6624" y="20126"/>
                  </a:lnTo>
                  <a:close/>
                </a:path>
              </a:pathLst>
            </a:custGeom>
            <a:solidFill>
              <a:srgbClr val="245AAA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Freeform 5"/>
            <p:cNvSpPr/>
            <p:nvPr/>
          </p:nvSpPr>
          <p:spPr bwMode="auto">
            <a:xfrm>
              <a:off x="2105026" y="3173413"/>
              <a:ext cx="1952625" cy="1624012"/>
            </a:xfrm>
            <a:custGeom>
              <a:avLst/>
              <a:gdLst/>
              <a:ahLst/>
              <a:cxnLst/>
              <a:rect l="0" t="0" r="r" b="b"/>
              <a:pathLst>
                <a:path w="65348" h="75851" fill="norm" stroke="1" extrusionOk="0">
                  <a:moveTo>
                    <a:pt x="45625" y="25236"/>
                  </a:moveTo>
                  <a:lnTo>
                    <a:pt x="43801" y="28112"/>
                  </a:lnTo>
                  <a:lnTo>
                    <a:pt x="42980" y="28131"/>
                  </a:lnTo>
                  <a:lnTo>
                    <a:pt x="41847" y="29953"/>
                  </a:lnTo>
                  <a:cubicBezTo>
                    <a:pt x="41915" y="36570"/>
                    <a:pt x="42069" y="67906"/>
                    <a:pt x="42137" y="74523"/>
                  </a:cubicBezTo>
                  <a:lnTo>
                    <a:pt x="5924" y="75562"/>
                  </a:lnTo>
                  <a:lnTo>
                    <a:pt x="5138" y="74781"/>
                  </a:lnTo>
                  <a:lnTo>
                    <a:pt x="3991" y="74781"/>
                  </a:lnTo>
                  <a:lnTo>
                    <a:pt x="2632" y="75057"/>
                  </a:lnTo>
                  <a:lnTo>
                    <a:pt x="1514" y="75851"/>
                  </a:lnTo>
                  <a:lnTo>
                    <a:pt x="1005" y="73912"/>
                  </a:lnTo>
                  <a:lnTo>
                    <a:pt x="0" y="71382"/>
                  </a:lnTo>
                  <a:lnTo>
                    <a:pt x="54" y="66519"/>
                  </a:lnTo>
                  <a:lnTo>
                    <a:pt x="2406" y="60668"/>
                  </a:lnTo>
                  <a:lnTo>
                    <a:pt x="6079" y="49389"/>
                  </a:lnTo>
                  <a:lnTo>
                    <a:pt x="8860" y="45723"/>
                  </a:lnTo>
                  <a:lnTo>
                    <a:pt x="9992" y="45843"/>
                  </a:lnTo>
                  <a:lnTo>
                    <a:pt x="11252" y="45606"/>
                  </a:lnTo>
                  <a:cubicBezTo>
                    <a:pt x="11319" y="45184"/>
                    <a:pt x="11385" y="44763"/>
                    <a:pt x="11452" y="44341"/>
                  </a:cubicBezTo>
                  <a:lnTo>
                    <a:pt x="9949" y="41790"/>
                  </a:lnTo>
                  <a:lnTo>
                    <a:pt x="8050" y="37655"/>
                  </a:lnTo>
                  <a:lnTo>
                    <a:pt x="11760" y="34537"/>
                  </a:lnTo>
                  <a:lnTo>
                    <a:pt x="15213" y="29554"/>
                  </a:lnTo>
                  <a:lnTo>
                    <a:pt x="20422" y="24277"/>
                  </a:lnTo>
                  <a:lnTo>
                    <a:pt x="21384" y="24535"/>
                  </a:lnTo>
                  <a:cubicBezTo>
                    <a:pt x="21503" y="24044"/>
                    <a:pt x="21621" y="23553"/>
                    <a:pt x="21740" y="23062"/>
                  </a:cubicBezTo>
                  <a:lnTo>
                    <a:pt x="22948" y="23140"/>
                  </a:lnTo>
                  <a:lnTo>
                    <a:pt x="24115" y="23763"/>
                  </a:lnTo>
                  <a:lnTo>
                    <a:pt x="25955" y="24030"/>
                  </a:lnTo>
                  <a:lnTo>
                    <a:pt x="26903" y="22863"/>
                  </a:lnTo>
                  <a:lnTo>
                    <a:pt x="27852" y="23624"/>
                  </a:lnTo>
                  <a:lnTo>
                    <a:pt x="28736" y="22635"/>
                  </a:lnTo>
                  <a:cubicBezTo>
                    <a:pt x="28724" y="22147"/>
                    <a:pt x="28712" y="21660"/>
                    <a:pt x="28700" y="21172"/>
                  </a:cubicBezTo>
                  <a:lnTo>
                    <a:pt x="29146" y="20638"/>
                  </a:lnTo>
                  <a:lnTo>
                    <a:pt x="29948" y="21113"/>
                  </a:lnTo>
                  <a:lnTo>
                    <a:pt x="30576" y="21261"/>
                  </a:lnTo>
                  <a:cubicBezTo>
                    <a:pt x="30545" y="21518"/>
                    <a:pt x="31378" y="20658"/>
                    <a:pt x="31347" y="20915"/>
                  </a:cubicBezTo>
                  <a:lnTo>
                    <a:pt x="32804" y="20937"/>
                  </a:lnTo>
                  <a:lnTo>
                    <a:pt x="33923" y="19690"/>
                  </a:lnTo>
                  <a:lnTo>
                    <a:pt x="34856" y="19701"/>
                  </a:lnTo>
                  <a:cubicBezTo>
                    <a:pt x="34922" y="20087"/>
                    <a:pt x="34989" y="20472"/>
                    <a:pt x="35055" y="20858"/>
                  </a:cubicBezTo>
                  <a:lnTo>
                    <a:pt x="36138" y="21738"/>
                  </a:lnTo>
                  <a:lnTo>
                    <a:pt x="36696" y="20798"/>
                  </a:lnTo>
                  <a:lnTo>
                    <a:pt x="37305" y="19156"/>
                  </a:lnTo>
                  <a:cubicBezTo>
                    <a:pt x="37388" y="18596"/>
                    <a:pt x="37470" y="18036"/>
                    <a:pt x="37553" y="17476"/>
                  </a:cubicBezTo>
                  <a:lnTo>
                    <a:pt x="38154" y="17092"/>
                  </a:lnTo>
                  <a:lnTo>
                    <a:pt x="39202" y="17330"/>
                  </a:lnTo>
                  <a:lnTo>
                    <a:pt x="40277" y="16846"/>
                  </a:lnTo>
                  <a:lnTo>
                    <a:pt x="41250" y="16297"/>
                  </a:lnTo>
                  <a:cubicBezTo>
                    <a:pt x="41431" y="16008"/>
                    <a:pt x="41417" y="15147"/>
                    <a:pt x="41381" y="14660"/>
                  </a:cubicBezTo>
                  <a:cubicBezTo>
                    <a:pt x="41345" y="14173"/>
                    <a:pt x="41159" y="13852"/>
                    <a:pt x="41034" y="13375"/>
                  </a:cubicBezTo>
                  <a:lnTo>
                    <a:pt x="40616" y="12246"/>
                  </a:lnTo>
                  <a:lnTo>
                    <a:pt x="40963" y="11431"/>
                  </a:lnTo>
                  <a:lnTo>
                    <a:pt x="41501" y="11075"/>
                  </a:lnTo>
                  <a:cubicBezTo>
                    <a:pt x="41437" y="10808"/>
                    <a:pt x="41374" y="10541"/>
                    <a:pt x="41310" y="10274"/>
                  </a:cubicBezTo>
                  <a:lnTo>
                    <a:pt x="40927" y="9402"/>
                  </a:lnTo>
                  <a:cubicBezTo>
                    <a:pt x="41033" y="9092"/>
                    <a:pt x="41140" y="8783"/>
                    <a:pt x="41246" y="8473"/>
                  </a:cubicBezTo>
                  <a:lnTo>
                    <a:pt x="42130" y="8522"/>
                  </a:lnTo>
                  <a:lnTo>
                    <a:pt x="43021" y="9057"/>
                  </a:lnTo>
                  <a:lnTo>
                    <a:pt x="43999" y="9679"/>
                  </a:lnTo>
                  <a:lnTo>
                    <a:pt x="45074" y="8918"/>
                  </a:lnTo>
                  <a:lnTo>
                    <a:pt x="45011" y="7721"/>
                  </a:lnTo>
                  <a:lnTo>
                    <a:pt x="46086" y="7593"/>
                  </a:lnTo>
                  <a:lnTo>
                    <a:pt x="46871" y="8394"/>
                  </a:lnTo>
                  <a:lnTo>
                    <a:pt x="47734" y="9500"/>
                  </a:lnTo>
                  <a:lnTo>
                    <a:pt x="49066" y="8651"/>
                  </a:lnTo>
                  <a:lnTo>
                    <a:pt x="49660" y="7454"/>
                  </a:lnTo>
                  <a:lnTo>
                    <a:pt x="51166" y="7632"/>
                  </a:lnTo>
                  <a:lnTo>
                    <a:pt x="51871" y="6635"/>
                  </a:lnTo>
                  <a:cubicBezTo>
                    <a:pt x="51838" y="5880"/>
                    <a:pt x="51613" y="5414"/>
                    <a:pt x="51580" y="4659"/>
                  </a:cubicBezTo>
                  <a:lnTo>
                    <a:pt x="52667" y="2769"/>
                  </a:lnTo>
                  <a:lnTo>
                    <a:pt x="53672" y="3798"/>
                  </a:lnTo>
                  <a:lnTo>
                    <a:pt x="54082" y="4816"/>
                  </a:lnTo>
                  <a:lnTo>
                    <a:pt x="54592" y="5924"/>
                  </a:lnTo>
                  <a:lnTo>
                    <a:pt x="55935" y="6030"/>
                  </a:lnTo>
                  <a:lnTo>
                    <a:pt x="56947" y="5496"/>
                  </a:lnTo>
                  <a:lnTo>
                    <a:pt x="57385" y="4695"/>
                  </a:lnTo>
                  <a:cubicBezTo>
                    <a:pt x="57364" y="4356"/>
                    <a:pt x="57343" y="4016"/>
                    <a:pt x="57322" y="3677"/>
                  </a:cubicBezTo>
                  <a:cubicBezTo>
                    <a:pt x="57426" y="3245"/>
                    <a:pt x="57529" y="2813"/>
                    <a:pt x="57633" y="2381"/>
                  </a:cubicBezTo>
                  <a:lnTo>
                    <a:pt x="58596" y="1463"/>
                  </a:lnTo>
                  <a:lnTo>
                    <a:pt x="59799" y="2175"/>
                  </a:lnTo>
                  <a:lnTo>
                    <a:pt x="60365" y="1413"/>
                  </a:lnTo>
                  <a:lnTo>
                    <a:pt x="61321" y="573"/>
                  </a:lnTo>
                  <a:lnTo>
                    <a:pt x="62177" y="0"/>
                  </a:lnTo>
                  <a:lnTo>
                    <a:pt x="63189" y="662"/>
                  </a:lnTo>
                  <a:lnTo>
                    <a:pt x="64145" y="2620"/>
                  </a:lnTo>
                  <a:lnTo>
                    <a:pt x="64902" y="5201"/>
                  </a:lnTo>
                  <a:cubicBezTo>
                    <a:pt x="64869" y="5781"/>
                    <a:pt x="64835" y="6362"/>
                    <a:pt x="64802" y="6942"/>
                  </a:cubicBezTo>
                  <a:lnTo>
                    <a:pt x="65348" y="7939"/>
                  </a:lnTo>
                  <a:cubicBezTo>
                    <a:pt x="65223" y="8661"/>
                    <a:pt x="65097" y="9382"/>
                    <a:pt x="64972" y="10104"/>
                  </a:cubicBezTo>
                  <a:cubicBezTo>
                    <a:pt x="64982" y="11513"/>
                    <a:pt x="64993" y="12923"/>
                    <a:pt x="65003" y="14332"/>
                  </a:cubicBezTo>
                  <a:lnTo>
                    <a:pt x="62764" y="14591"/>
                  </a:lnTo>
                  <a:lnTo>
                    <a:pt x="61816" y="15185"/>
                  </a:lnTo>
                  <a:lnTo>
                    <a:pt x="59636" y="15481"/>
                  </a:lnTo>
                  <a:lnTo>
                    <a:pt x="56427" y="15332"/>
                  </a:lnTo>
                  <a:lnTo>
                    <a:pt x="53581" y="17437"/>
                  </a:lnTo>
                  <a:lnTo>
                    <a:pt x="48554" y="22677"/>
                  </a:lnTo>
                  <a:lnTo>
                    <a:pt x="45625" y="25236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Freeform 5"/>
            <p:cNvSpPr/>
            <p:nvPr/>
          </p:nvSpPr>
          <p:spPr bwMode="auto">
            <a:xfrm>
              <a:off x="4260851" y="1731963"/>
              <a:ext cx="787400" cy="609600"/>
            </a:xfrm>
            <a:custGeom>
              <a:avLst/>
              <a:gdLst>
                <a:gd name="T0" fmla="*/ 284 w 26316"/>
                <a:gd name="T1" fmla="*/ 2291 h 28484"/>
                <a:gd name="T2" fmla="*/ 752 w 26316"/>
                <a:gd name="T3" fmla="*/ 4784 h 28484"/>
                <a:gd name="T4" fmla="*/ 2097 w 26316"/>
                <a:gd name="T5" fmla="*/ 5752 h 28484"/>
                <a:gd name="T6" fmla="*/ 3400 w 26316"/>
                <a:gd name="T7" fmla="*/ 6859 h 28484"/>
                <a:gd name="T8" fmla="*/ 4008 w 26316"/>
                <a:gd name="T9" fmla="*/ 9891 h 28484"/>
                <a:gd name="T10" fmla="*/ 5706 w 26316"/>
                <a:gd name="T11" fmla="*/ 11741 h 28484"/>
                <a:gd name="T12" fmla="*/ 5536 w 26316"/>
                <a:gd name="T13" fmla="*/ 14529 h 28484"/>
                <a:gd name="T14" fmla="*/ 5961 w 26316"/>
                <a:gd name="T15" fmla="*/ 19135 h 28484"/>
                <a:gd name="T16" fmla="*/ 7008 w 26316"/>
                <a:gd name="T17" fmla="*/ 20815 h 28484"/>
                <a:gd name="T18" fmla="*/ 8197 w 26316"/>
                <a:gd name="T19" fmla="*/ 23662 h 28484"/>
                <a:gd name="T20" fmla="*/ 10376 w 26316"/>
                <a:gd name="T21" fmla="*/ 24688 h 28484"/>
                <a:gd name="T22" fmla="*/ 13277 w 26316"/>
                <a:gd name="T23" fmla="*/ 27377 h 28484"/>
                <a:gd name="T24" fmla="*/ 16069 w 26316"/>
                <a:gd name="T25" fmla="*/ 28296 h 28484"/>
                <a:gd name="T26" fmla="*/ 16956 w 26316"/>
                <a:gd name="T27" fmla="*/ 25617 h 28484"/>
                <a:gd name="T28" fmla="*/ 17861 w 26316"/>
                <a:gd name="T29" fmla="*/ 22711 h 28484"/>
                <a:gd name="T30" fmla="*/ 19319 w 26316"/>
                <a:gd name="T31" fmla="*/ 20477 h 28484"/>
                <a:gd name="T32" fmla="*/ 22306 w 26316"/>
                <a:gd name="T33" fmla="*/ 19508 h 28484"/>
                <a:gd name="T34" fmla="*/ 24443 w 26316"/>
                <a:gd name="T35" fmla="*/ 18937 h 28484"/>
                <a:gd name="T36" fmla="*/ 26316 w 26316"/>
                <a:gd name="T37" fmla="*/ 17524 h 28484"/>
                <a:gd name="T38" fmla="*/ 23990 w 26316"/>
                <a:gd name="T39" fmla="*/ 14331 h 28484"/>
                <a:gd name="T40" fmla="*/ 23438 w 26316"/>
                <a:gd name="T41" fmla="*/ 11543 h 28484"/>
                <a:gd name="T42" fmla="*/ 23744 w 26316"/>
                <a:gd name="T43" fmla="*/ 8500 h 28484"/>
                <a:gd name="T44" fmla="*/ 21429 w 26316"/>
                <a:gd name="T45" fmla="*/ 6780 h 28484"/>
                <a:gd name="T46" fmla="*/ 19051 w 26316"/>
                <a:gd name="T47" fmla="*/ 6246 h 28484"/>
                <a:gd name="T48" fmla="*/ 17650 w 26316"/>
                <a:gd name="T49" fmla="*/ 9152 h 28484"/>
                <a:gd name="T50" fmla="*/ 15599 w 26316"/>
                <a:gd name="T51" fmla="*/ 12158 h 28484"/>
                <a:gd name="T52" fmla="*/ 14198 w 26316"/>
                <a:gd name="T53" fmla="*/ 10339 h 28484"/>
                <a:gd name="T54" fmla="*/ 13206 w 26316"/>
                <a:gd name="T55" fmla="*/ 9055 h 28484"/>
                <a:gd name="T56" fmla="*/ 12400 w 26316"/>
                <a:gd name="T57" fmla="*/ 6642 h 28484"/>
                <a:gd name="T58" fmla="*/ 10532 w 26316"/>
                <a:gd name="T59" fmla="*/ 6681 h 28484"/>
                <a:gd name="T60" fmla="*/ 9343 w 26316"/>
                <a:gd name="T61" fmla="*/ 6247 h 28484"/>
                <a:gd name="T62" fmla="*/ 8621 w 26316"/>
                <a:gd name="T63" fmla="*/ 4171 h 28484"/>
                <a:gd name="T64" fmla="*/ 6286 w 26316"/>
                <a:gd name="T65" fmla="*/ 1404 h 28484"/>
                <a:gd name="T66" fmla="*/ 3470 w 26316"/>
                <a:gd name="T67" fmla="*/ 0 h 28484"/>
                <a:gd name="T68" fmla="*/ 1475 w 26316"/>
                <a:gd name="T69" fmla="*/ 514 h 28484"/>
                <a:gd name="T70" fmla="*/ 0 w 26316"/>
                <a:gd name="T71" fmla="*/ 1024 h 284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316"/>
                <a:gd name="T109" fmla="*/ 0 h 28484"/>
                <a:gd name="T110" fmla="*/ 26316 w 26316"/>
                <a:gd name="T111" fmla="*/ 28484 h 284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316" h="28484" fill="norm" stroke="1" extrusionOk="0">
                  <a:moveTo>
                    <a:pt x="0" y="1024"/>
                  </a:moveTo>
                  <a:cubicBezTo>
                    <a:pt x="95" y="1446"/>
                    <a:pt x="189" y="1869"/>
                    <a:pt x="284" y="2291"/>
                  </a:cubicBezTo>
                  <a:lnTo>
                    <a:pt x="810" y="2885"/>
                  </a:lnTo>
                  <a:cubicBezTo>
                    <a:pt x="791" y="3518"/>
                    <a:pt x="771" y="4151"/>
                    <a:pt x="752" y="4784"/>
                  </a:cubicBezTo>
                  <a:lnTo>
                    <a:pt x="1432" y="5099"/>
                  </a:lnTo>
                  <a:lnTo>
                    <a:pt x="2097" y="5752"/>
                  </a:lnTo>
                  <a:lnTo>
                    <a:pt x="2508" y="5613"/>
                  </a:lnTo>
                  <a:lnTo>
                    <a:pt x="3400" y="6859"/>
                  </a:lnTo>
                  <a:cubicBezTo>
                    <a:pt x="3537" y="7373"/>
                    <a:pt x="3675" y="7886"/>
                    <a:pt x="3812" y="8400"/>
                  </a:cubicBezTo>
                  <a:cubicBezTo>
                    <a:pt x="3877" y="8897"/>
                    <a:pt x="3943" y="9394"/>
                    <a:pt x="4008" y="9891"/>
                  </a:cubicBezTo>
                  <a:lnTo>
                    <a:pt x="4772" y="10575"/>
                  </a:lnTo>
                  <a:lnTo>
                    <a:pt x="5706" y="11741"/>
                  </a:lnTo>
                  <a:lnTo>
                    <a:pt x="6006" y="13538"/>
                  </a:lnTo>
                  <a:lnTo>
                    <a:pt x="5536" y="14529"/>
                  </a:lnTo>
                  <a:lnTo>
                    <a:pt x="5692" y="18187"/>
                  </a:lnTo>
                  <a:cubicBezTo>
                    <a:pt x="5782" y="18503"/>
                    <a:pt x="5871" y="18819"/>
                    <a:pt x="5961" y="19135"/>
                  </a:cubicBezTo>
                  <a:lnTo>
                    <a:pt x="6286" y="19806"/>
                  </a:lnTo>
                  <a:lnTo>
                    <a:pt x="7008" y="20815"/>
                  </a:lnTo>
                  <a:lnTo>
                    <a:pt x="8041" y="22139"/>
                  </a:lnTo>
                  <a:lnTo>
                    <a:pt x="8197" y="23662"/>
                  </a:lnTo>
                  <a:lnTo>
                    <a:pt x="8622" y="24630"/>
                  </a:lnTo>
                  <a:lnTo>
                    <a:pt x="10376" y="24688"/>
                  </a:lnTo>
                  <a:lnTo>
                    <a:pt x="12074" y="26290"/>
                  </a:lnTo>
                  <a:lnTo>
                    <a:pt x="13277" y="27377"/>
                  </a:lnTo>
                  <a:lnTo>
                    <a:pt x="14311" y="28484"/>
                  </a:lnTo>
                  <a:lnTo>
                    <a:pt x="16069" y="28296"/>
                  </a:lnTo>
                  <a:cubicBezTo>
                    <a:pt x="16105" y="27990"/>
                    <a:pt x="16140" y="27683"/>
                    <a:pt x="16176" y="27377"/>
                  </a:cubicBezTo>
                  <a:lnTo>
                    <a:pt x="16956" y="25617"/>
                  </a:lnTo>
                  <a:lnTo>
                    <a:pt x="17451" y="23917"/>
                  </a:lnTo>
                  <a:lnTo>
                    <a:pt x="17861" y="22711"/>
                  </a:lnTo>
                  <a:lnTo>
                    <a:pt x="18498" y="21782"/>
                  </a:lnTo>
                  <a:lnTo>
                    <a:pt x="19319" y="20477"/>
                  </a:lnTo>
                  <a:lnTo>
                    <a:pt x="20848" y="19548"/>
                  </a:lnTo>
                  <a:lnTo>
                    <a:pt x="22306" y="19508"/>
                  </a:lnTo>
                  <a:lnTo>
                    <a:pt x="23622" y="19451"/>
                  </a:lnTo>
                  <a:lnTo>
                    <a:pt x="24443" y="18937"/>
                  </a:lnTo>
                  <a:lnTo>
                    <a:pt x="25618" y="18997"/>
                  </a:lnTo>
                  <a:lnTo>
                    <a:pt x="26316" y="17524"/>
                  </a:lnTo>
                  <a:lnTo>
                    <a:pt x="24910" y="15735"/>
                  </a:lnTo>
                  <a:lnTo>
                    <a:pt x="23990" y="14331"/>
                  </a:lnTo>
                  <a:cubicBezTo>
                    <a:pt x="23877" y="13823"/>
                    <a:pt x="23763" y="13316"/>
                    <a:pt x="23650" y="12808"/>
                  </a:cubicBezTo>
                  <a:cubicBezTo>
                    <a:pt x="23579" y="12386"/>
                    <a:pt x="23509" y="11965"/>
                    <a:pt x="23438" y="11543"/>
                  </a:cubicBezTo>
                  <a:cubicBezTo>
                    <a:pt x="23485" y="10950"/>
                    <a:pt x="23533" y="10357"/>
                    <a:pt x="23580" y="9764"/>
                  </a:cubicBezTo>
                  <a:cubicBezTo>
                    <a:pt x="23635" y="9343"/>
                    <a:pt x="23689" y="8921"/>
                    <a:pt x="23744" y="8500"/>
                  </a:cubicBezTo>
                  <a:lnTo>
                    <a:pt x="22901" y="7788"/>
                  </a:lnTo>
                  <a:lnTo>
                    <a:pt x="21429" y="6780"/>
                  </a:lnTo>
                  <a:lnTo>
                    <a:pt x="20283" y="6088"/>
                  </a:lnTo>
                  <a:lnTo>
                    <a:pt x="19051" y="6246"/>
                  </a:lnTo>
                  <a:lnTo>
                    <a:pt x="18442" y="7590"/>
                  </a:lnTo>
                  <a:lnTo>
                    <a:pt x="17650" y="9152"/>
                  </a:lnTo>
                  <a:lnTo>
                    <a:pt x="16490" y="11188"/>
                  </a:lnTo>
                  <a:lnTo>
                    <a:pt x="15599" y="12158"/>
                  </a:lnTo>
                  <a:lnTo>
                    <a:pt x="14650" y="11288"/>
                  </a:lnTo>
                  <a:lnTo>
                    <a:pt x="14198" y="10339"/>
                  </a:lnTo>
                  <a:lnTo>
                    <a:pt x="13051" y="10240"/>
                  </a:lnTo>
                  <a:cubicBezTo>
                    <a:pt x="13103" y="9845"/>
                    <a:pt x="13154" y="9450"/>
                    <a:pt x="13206" y="9055"/>
                  </a:cubicBezTo>
                  <a:cubicBezTo>
                    <a:pt x="13112" y="8521"/>
                    <a:pt x="13017" y="7987"/>
                    <a:pt x="12923" y="7453"/>
                  </a:cubicBezTo>
                  <a:lnTo>
                    <a:pt x="12400" y="6642"/>
                  </a:lnTo>
                  <a:lnTo>
                    <a:pt x="11523" y="6405"/>
                  </a:lnTo>
                  <a:lnTo>
                    <a:pt x="10532" y="6681"/>
                  </a:lnTo>
                  <a:lnTo>
                    <a:pt x="9470" y="6939"/>
                  </a:lnTo>
                  <a:cubicBezTo>
                    <a:pt x="9428" y="6708"/>
                    <a:pt x="9385" y="6478"/>
                    <a:pt x="9343" y="6247"/>
                  </a:cubicBezTo>
                  <a:lnTo>
                    <a:pt x="9343" y="5338"/>
                  </a:lnTo>
                  <a:lnTo>
                    <a:pt x="8621" y="4171"/>
                  </a:lnTo>
                  <a:lnTo>
                    <a:pt x="7447" y="2669"/>
                  </a:lnTo>
                  <a:lnTo>
                    <a:pt x="6286" y="1404"/>
                  </a:lnTo>
                  <a:lnTo>
                    <a:pt x="4899" y="60"/>
                  </a:lnTo>
                  <a:lnTo>
                    <a:pt x="3470" y="0"/>
                  </a:lnTo>
                  <a:lnTo>
                    <a:pt x="2975" y="514"/>
                  </a:lnTo>
                  <a:lnTo>
                    <a:pt x="1475" y="514"/>
                  </a:lnTo>
                  <a:lnTo>
                    <a:pt x="795" y="850"/>
                  </a:lnTo>
                  <a:lnTo>
                    <a:pt x="0" y="1024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Freeform 5"/>
            <p:cNvSpPr/>
            <p:nvPr/>
          </p:nvSpPr>
          <p:spPr bwMode="auto">
            <a:xfrm>
              <a:off x="4243388" y="1374775"/>
              <a:ext cx="757238" cy="617537"/>
            </a:xfrm>
            <a:custGeom>
              <a:avLst/>
              <a:gdLst>
                <a:gd name="T0" fmla="*/ 0 w 25331"/>
                <a:gd name="T1" fmla="*/ 0 h 28833"/>
                <a:gd name="T2" fmla="*/ 25331 w 25331"/>
                <a:gd name="T3" fmla="*/ 28833 h 28833"/>
              </a:gdLst>
              <a:ahLst/>
              <a:cxnLst>
                <a:cxn ang="0">
                  <a:pos x="0" y="16854"/>
                </a:cxn>
                <a:cxn ang="0">
                  <a:pos x="1628" y="13929"/>
                </a:cxn>
                <a:cxn ang="0">
                  <a:pos x="3167" y="9901"/>
                </a:cxn>
                <a:cxn ang="0">
                  <a:pos x="6879" y="7703"/>
                </a:cxn>
                <a:cxn ang="0">
                  <a:pos x="9285" y="5508"/>
                </a:cxn>
                <a:cxn ang="0">
                  <a:pos x="9596" y="2142"/>
                </a:cxn>
                <a:cxn ang="0">
                  <a:pos x="12638" y="1100"/>
                </a:cxn>
                <a:cxn ang="0">
                  <a:pos x="16191" y="624"/>
                </a:cxn>
                <a:cxn ang="0">
                  <a:pos x="16389" y="3096"/>
                </a:cxn>
                <a:cxn ang="0">
                  <a:pos x="16799" y="5765"/>
                </a:cxn>
                <a:cxn ang="0">
                  <a:pos x="18641" y="7256"/>
                </a:cxn>
                <a:cxn ang="0">
                  <a:pos x="19361" y="10292"/>
                </a:cxn>
                <a:cxn ang="0">
                  <a:pos x="21597" y="9144"/>
                </a:cxn>
                <a:cxn ang="0">
                  <a:pos x="23593" y="8590"/>
                </a:cxn>
                <a:cxn ang="0">
                  <a:pos x="25331" y="9704"/>
                </a:cxn>
                <a:cxn ang="0">
                  <a:pos x="24018" y="17569"/>
                </a:cxn>
                <a:cxn ang="0">
                  <a:pos x="23720" y="22072"/>
                </a:cxn>
                <a:cxn ang="0">
                  <a:pos x="24308" y="25175"/>
                </a:cxn>
                <a:cxn ang="0">
                  <a:pos x="21993" y="23455"/>
                </a:cxn>
                <a:cxn ang="0">
                  <a:pos x="19615" y="22921"/>
                </a:cxn>
                <a:cxn ang="0">
                  <a:pos x="18214" y="25827"/>
                </a:cxn>
                <a:cxn ang="0">
                  <a:pos x="16163" y="28833"/>
                </a:cxn>
                <a:cxn ang="0">
                  <a:pos x="14762" y="27014"/>
                </a:cxn>
                <a:cxn ang="0">
                  <a:pos x="13770" y="25730"/>
                </a:cxn>
                <a:cxn ang="0">
                  <a:pos x="12964" y="23317"/>
                </a:cxn>
                <a:cxn ang="0">
                  <a:pos x="11096" y="23356"/>
                </a:cxn>
                <a:cxn ang="0">
                  <a:pos x="9907" y="22922"/>
                </a:cxn>
                <a:cxn ang="0">
                  <a:pos x="9185" y="20846"/>
                </a:cxn>
                <a:cxn ang="0">
                  <a:pos x="6850" y="18079"/>
                </a:cxn>
                <a:cxn ang="0">
                  <a:pos x="4034" y="16675"/>
                </a:cxn>
                <a:cxn ang="0">
                  <a:pos x="2039" y="17189"/>
                </a:cxn>
                <a:cxn ang="0">
                  <a:pos x="564" y="17699"/>
                </a:cxn>
              </a:cxnLst>
              <a:rect l="T0" t="T1" r="T2" b="T3"/>
              <a:pathLst>
                <a:path w="25331" h="28833" fill="norm" stroke="1" extrusionOk="0">
                  <a:moveTo>
                    <a:pt x="564" y="17699"/>
                  </a:moveTo>
                  <a:lnTo>
                    <a:pt x="0" y="16854"/>
                  </a:lnTo>
                  <a:lnTo>
                    <a:pt x="666" y="15867"/>
                  </a:lnTo>
                  <a:lnTo>
                    <a:pt x="1628" y="13929"/>
                  </a:lnTo>
                  <a:lnTo>
                    <a:pt x="2648" y="11476"/>
                  </a:lnTo>
                  <a:lnTo>
                    <a:pt x="3167" y="9901"/>
                  </a:lnTo>
                  <a:lnTo>
                    <a:pt x="4628" y="8849"/>
                  </a:lnTo>
                  <a:lnTo>
                    <a:pt x="6879" y="7703"/>
                  </a:lnTo>
                  <a:lnTo>
                    <a:pt x="8592" y="6536"/>
                  </a:lnTo>
                  <a:lnTo>
                    <a:pt x="9285" y="5508"/>
                  </a:lnTo>
                  <a:lnTo>
                    <a:pt x="9738" y="4045"/>
                  </a:lnTo>
                  <a:cubicBezTo>
                    <a:pt x="9691" y="3411"/>
                    <a:pt x="9643" y="2776"/>
                    <a:pt x="9596" y="2142"/>
                  </a:cubicBezTo>
                  <a:lnTo>
                    <a:pt x="10996" y="1495"/>
                  </a:lnTo>
                  <a:lnTo>
                    <a:pt x="12638" y="1100"/>
                  </a:lnTo>
                  <a:lnTo>
                    <a:pt x="15429" y="0"/>
                  </a:lnTo>
                  <a:lnTo>
                    <a:pt x="16191" y="624"/>
                  </a:lnTo>
                  <a:cubicBezTo>
                    <a:pt x="16261" y="1013"/>
                    <a:pt x="16332" y="1401"/>
                    <a:pt x="16402" y="1790"/>
                  </a:cubicBezTo>
                  <a:cubicBezTo>
                    <a:pt x="16398" y="2225"/>
                    <a:pt x="16393" y="2661"/>
                    <a:pt x="16389" y="3096"/>
                  </a:cubicBezTo>
                  <a:lnTo>
                    <a:pt x="16728" y="3886"/>
                  </a:lnTo>
                  <a:cubicBezTo>
                    <a:pt x="16752" y="4512"/>
                    <a:pt x="16775" y="5139"/>
                    <a:pt x="16799" y="5765"/>
                  </a:cubicBezTo>
                  <a:lnTo>
                    <a:pt x="17760" y="6514"/>
                  </a:lnTo>
                  <a:lnTo>
                    <a:pt x="18641" y="7256"/>
                  </a:lnTo>
                  <a:lnTo>
                    <a:pt x="18779" y="9007"/>
                  </a:lnTo>
                  <a:lnTo>
                    <a:pt x="19361" y="10292"/>
                  </a:lnTo>
                  <a:lnTo>
                    <a:pt x="20649" y="10390"/>
                  </a:lnTo>
                  <a:lnTo>
                    <a:pt x="21597" y="9144"/>
                  </a:lnTo>
                  <a:lnTo>
                    <a:pt x="22772" y="7936"/>
                  </a:lnTo>
                  <a:lnTo>
                    <a:pt x="23593" y="8590"/>
                  </a:lnTo>
                  <a:lnTo>
                    <a:pt x="24484" y="8411"/>
                  </a:lnTo>
                  <a:lnTo>
                    <a:pt x="25331" y="9704"/>
                  </a:lnTo>
                  <a:lnTo>
                    <a:pt x="22954" y="13533"/>
                  </a:lnTo>
                  <a:lnTo>
                    <a:pt x="24018" y="17569"/>
                  </a:lnTo>
                  <a:lnTo>
                    <a:pt x="23196" y="20451"/>
                  </a:lnTo>
                  <a:lnTo>
                    <a:pt x="23720" y="22072"/>
                  </a:lnTo>
                  <a:lnTo>
                    <a:pt x="24385" y="23732"/>
                  </a:lnTo>
                  <a:cubicBezTo>
                    <a:pt x="24359" y="24213"/>
                    <a:pt x="24334" y="24694"/>
                    <a:pt x="24308" y="25175"/>
                  </a:cubicBezTo>
                  <a:lnTo>
                    <a:pt x="23465" y="24463"/>
                  </a:lnTo>
                  <a:lnTo>
                    <a:pt x="21993" y="23455"/>
                  </a:lnTo>
                  <a:lnTo>
                    <a:pt x="20847" y="22763"/>
                  </a:lnTo>
                  <a:lnTo>
                    <a:pt x="19615" y="22921"/>
                  </a:lnTo>
                  <a:lnTo>
                    <a:pt x="19006" y="24265"/>
                  </a:lnTo>
                  <a:lnTo>
                    <a:pt x="18214" y="25827"/>
                  </a:lnTo>
                  <a:lnTo>
                    <a:pt x="17054" y="27863"/>
                  </a:lnTo>
                  <a:lnTo>
                    <a:pt x="16163" y="28833"/>
                  </a:lnTo>
                  <a:lnTo>
                    <a:pt x="15214" y="27963"/>
                  </a:lnTo>
                  <a:lnTo>
                    <a:pt x="14762" y="27014"/>
                  </a:lnTo>
                  <a:lnTo>
                    <a:pt x="13615" y="26915"/>
                  </a:lnTo>
                  <a:cubicBezTo>
                    <a:pt x="13667" y="26520"/>
                    <a:pt x="13718" y="26125"/>
                    <a:pt x="13770" y="25730"/>
                  </a:cubicBezTo>
                  <a:cubicBezTo>
                    <a:pt x="13676" y="25196"/>
                    <a:pt x="13581" y="24662"/>
                    <a:pt x="13487" y="24128"/>
                  </a:cubicBezTo>
                  <a:lnTo>
                    <a:pt x="12964" y="23317"/>
                  </a:lnTo>
                  <a:lnTo>
                    <a:pt x="12087" y="23080"/>
                  </a:lnTo>
                  <a:lnTo>
                    <a:pt x="11096" y="23356"/>
                  </a:lnTo>
                  <a:lnTo>
                    <a:pt x="10034" y="23614"/>
                  </a:lnTo>
                  <a:cubicBezTo>
                    <a:pt x="9992" y="23383"/>
                    <a:pt x="9949" y="23153"/>
                    <a:pt x="9907" y="22922"/>
                  </a:cubicBezTo>
                  <a:lnTo>
                    <a:pt x="9907" y="22013"/>
                  </a:lnTo>
                  <a:lnTo>
                    <a:pt x="9185" y="20846"/>
                  </a:lnTo>
                  <a:lnTo>
                    <a:pt x="8011" y="19344"/>
                  </a:lnTo>
                  <a:lnTo>
                    <a:pt x="6850" y="18079"/>
                  </a:lnTo>
                  <a:lnTo>
                    <a:pt x="5463" y="16735"/>
                  </a:lnTo>
                  <a:lnTo>
                    <a:pt x="4034" y="16675"/>
                  </a:lnTo>
                  <a:lnTo>
                    <a:pt x="3539" y="17189"/>
                  </a:lnTo>
                  <a:lnTo>
                    <a:pt x="2039" y="17189"/>
                  </a:lnTo>
                  <a:lnTo>
                    <a:pt x="1359" y="17525"/>
                  </a:lnTo>
                  <a:lnTo>
                    <a:pt x="564" y="17699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3995738" y="1781175"/>
              <a:ext cx="1012825" cy="1527175"/>
            </a:xfrm>
            <a:custGeom>
              <a:avLst/>
              <a:gdLst>
                <a:gd name="T0" fmla="*/ 0 w 33913"/>
                <a:gd name="T1" fmla="*/ 0 h 71320"/>
                <a:gd name="T2" fmla="*/ 33913 w 33913"/>
                <a:gd name="T3" fmla="*/ 71320 h 71320"/>
              </a:gdLst>
              <a:ahLst/>
              <a:cxnLst>
                <a:cxn ang="0">
                  <a:pos x="9169" y="0"/>
                </a:cxn>
                <a:cxn ang="0">
                  <a:pos x="9637" y="2493"/>
                </a:cxn>
                <a:cxn ang="0">
                  <a:pos x="10982" y="3461"/>
                </a:cxn>
                <a:cxn ang="0">
                  <a:pos x="12285" y="4568"/>
                </a:cxn>
                <a:cxn ang="0">
                  <a:pos x="12893" y="7600"/>
                </a:cxn>
                <a:cxn ang="0">
                  <a:pos x="14591" y="9450"/>
                </a:cxn>
                <a:cxn ang="0">
                  <a:pos x="14421" y="12238"/>
                </a:cxn>
                <a:cxn ang="0">
                  <a:pos x="14846" y="16844"/>
                </a:cxn>
                <a:cxn ang="0">
                  <a:pos x="15893" y="18524"/>
                </a:cxn>
                <a:cxn ang="0">
                  <a:pos x="17082" y="21371"/>
                </a:cxn>
                <a:cxn ang="0">
                  <a:pos x="19261" y="22397"/>
                </a:cxn>
                <a:cxn ang="0">
                  <a:pos x="22162" y="25086"/>
                </a:cxn>
                <a:cxn ang="0">
                  <a:pos x="24954" y="26005"/>
                </a:cxn>
                <a:cxn ang="0">
                  <a:pos x="26127" y="27765"/>
                </a:cxn>
                <a:cxn ang="0">
                  <a:pos x="26747" y="29099"/>
                </a:cxn>
                <a:cxn ang="0">
                  <a:pos x="27314" y="30838"/>
                </a:cxn>
                <a:cxn ang="0">
                  <a:pos x="28659" y="33191"/>
                </a:cxn>
                <a:cxn ang="0">
                  <a:pos x="31772" y="33863"/>
                </a:cxn>
                <a:cxn ang="0">
                  <a:pos x="33263" y="39002"/>
                </a:cxn>
                <a:cxn ang="0">
                  <a:pos x="33612" y="40524"/>
                </a:cxn>
                <a:cxn ang="0">
                  <a:pos x="29961" y="42991"/>
                </a:cxn>
                <a:cxn ang="0">
                  <a:pos x="28969" y="47720"/>
                </a:cxn>
                <a:cxn ang="0">
                  <a:pos x="29932" y="49932"/>
                </a:cxn>
                <a:cxn ang="0">
                  <a:pos x="31206" y="52325"/>
                </a:cxn>
                <a:cxn ang="0">
                  <a:pos x="29381" y="56950"/>
                </a:cxn>
                <a:cxn ang="0">
                  <a:pos x="18525" y="68316"/>
                </a:cxn>
                <a:cxn ang="0">
                  <a:pos x="16799" y="68869"/>
                </a:cxn>
                <a:cxn ang="0">
                  <a:pos x="14331" y="69678"/>
                </a:cxn>
                <a:cxn ang="0">
                  <a:pos x="13784" y="66258"/>
                </a:cxn>
                <a:cxn ang="0">
                  <a:pos x="13372" y="59834"/>
                </a:cxn>
                <a:cxn ang="0">
                  <a:pos x="11815" y="55142"/>
                </a:cxn>
                <a:cxn ang="0">
                  <a:pos x="12878" y="51015"/>
                </a:cxn>
                <a:cxn ang="0">
                  <a:pos x="13023" y="47378"/>
                </a:cxn>
                <a:cxn ang="0">
                  <a:pos x="12193" y="45283"/>
                </a:cxn>
                <a:cxn ang="0">
                  <a:pos x="8982" y="43570"/>
                </a:cxn>
                <a:cxn ang="0">
                  <a:pos x="7114" y="42256"/>
                </a:cxn>
                <a:cxn ang="0">
                  <a:pos x="9726" y="38668"/>
                </a:cxn>
                <a:cxn ang="0">
                  <a:pos x="8609" y="37479"/>
                </a:cxn>
                <a:cxn ang="0">
                  <a:pos x="6835" y="35998"/>
                </a:cxn>
                <a:cxn ang="0">
                  <a:pos x="7967" y="33982"/>
                </a:cxn>
                <a:cxn ang="0">
                  <a:pos x="9680" y="32223"/>
                </a:cxn>
                <a:cxn ang="0">
                  <a:pos x="9142" y="28703"/>
                </a:cxn>
                <a:cxn ang="0">
                  <a:pos x="6891" y="27498"/>
                </a:cxn>
                <a:cxn ang="0">
                  <a:pos x="6157" y="26031"/>
                </a:cxn>
                <a:cxn ang="0">
                  <a:pos x="4797" y="24779"/>
                </a:cxn>
                <a:cxn ang="0">
                  <a:pos x="2970" y="21200"/>
                </a:cxn>
                <a:cxn ang="0">
                  <a:pos x="42" y="17958"/>
                </a:cxn>
                <a:cxn ang="0">
                  <a:pos x="383" y="15424"/>
                </a:cxn>
                <a:cxn ang="0">
                  <a:pos x="1844" y="15302"/>
                </a:cxn>
                <a:cxn ang="0">
                  <a:pos x="3206" y="17063"/>
                </a:cxn>
                <a:cxn ang="0">
                  <a:pos x="5488" y="16649"/>
                </a:cxn>
                <a:cxn ang="0">
                  <a:pos x="6039" y="14536"/>
                </a:cxn>
                <a:cxn ang="0">
                  <a:pos x="6282" y="10364"/>
                </a:cxn>
                <a:cxn ang="0">
                  <a:pos x="5491" y="6368"/>
                </a:cxn>
                <a:cxn ang="0">
                  <a:pos x="5643" y="4609"/>
                </a:cxn>
                <a:cxn ang="0">
                  <a:pos x="4387" y="2454"/>
                </a:cxn>
                <a:cxn ang="0">
                  <a:pos x="5310" y="44"/>
                </a:cxn>
                <a:cxn ang="0">
                  <a:pos x="5907" y="1491"/>
                </a:cxn>
                <a:cxn ang="0">
                  <a:pos x="7312" y="1509"/>
                </a:cxn>
                <a:cxn ang="0">
                  <a:pos x="8078" y="2617"/>
                </a:cxn>
              </a:cxnLst>
              <a:rect l="T0" t="T1" r="T2" b="T3"/>
              <a:pathLst>
                <a:path w="33913" h="71320" fill="norm" stroke="1" extrusionOk="0">
                  <a:moveTo>
                    <a:pt x="8757" y="397"/>
                  </a:moveTo>
                  <a:lnTo>
                    <a:pt x="9169" y="0"/>
                  </a:lnTo>
                  <a:lnTo>
                    <a:pt x="9695" y="594"/>
                  </a:lnTo>
                  <a:cubicBezTo>
                    <a:pt x="9676" y="1227"/>
                    <a:pt x="9656" y="1860"/>
                    <a:pt x="9637" y="2493"/>
                  </a:cubicBezTo>
                  <a:lnTo>
                    <a:pt x="10317" y="2808"/>
                  </a:lnTo>
                  <a:lnTo>
                    <a:pt x="10982" y="3461"/>
                  </a:lnTo>
                  <a:lnTo>
                    <a:pt x="11393" y="3322"/>
                  </a:lnTo>
                  <a:lnTo>
                    <a:pt x="12285" y="4568"/>
                  </a:lnTo>
                  <a:cubicBezTo>
                    <a:pt x="12422" y="5082"/>
                    <a:pt x="12560" y="5595"/>
                    <a:pt x="12697" y="6109"/>
                  </a:cubicBezTo>
                  <a:cubicBezTo>
                    <a:pt x="12762" y="6606"/>
                    <a:pt x="12828" y="7103"/>
                    <a:pt x="12893" y="7600"/>
                  </a:cubicBezTo>
                  <a:lnTo>
                    <a:pt x="13657" y="8284"/>
                  </a:lnTo>
                  <a:lnTo>
                    <a:pt x="14591" y="9450"/>
                  </a:lnTo>
                  <a:lnTo>
                    <a:pt x="14891" y="11247"/>
                  </a:lnTo>
                  <a:lnTo>
                    <a:pt x="14421" y="12238"/>
                  </a:lnTo>
                  <a:lnTo>
                    <a:pt x="14577" y="15896"/>
                  </a:lnTo>
                  <a:cubicBezTo>
                    <a:pt x="14667" y="16212"/>
                    <a:pt x="14756" y="16528"/>
                    <a:pt x="14846" y="16844"/>
                  </a:cubicBezTo>
                  <a:lnTo>
                    <a:pt x="15171" y="17515"/>
                  </a:lnTo>
                  <a:lnTo>
                    <a:pt x="15893" y="18524"/>
                  </a:lnTo>
                  <a:lnTo>
                    <a:pt x="16926" y="19848"/>
                  </a:lnTo>
                  <a:lnTo>
                    <a:pt x="17082" y="21371"/>
                  </a:lnTo>
                  <a:lnTo>
                    <a:pt x="17507" y="22339"/>
                  </a:lnTo>
                  <a:lnTo>
                    <a:pt x="19261" y="22397"/>
                  </a:lnTo>
                  <a:lnTo>
                    <a:pt x="20959" y="23999"/>
                  </a:lnTo>
                  <a:lnTo>
                    <a:pt x="22162" y="25086"/>
                  </a:lnTo>
                  <a:lnTo>
                    <a:pt x="23196" y="26193"/>
                  </a:lnTo>
                  <a:lnTo>
                    <a:pt x="24954" y="26005"/>
                  </a:lnTo>
                  <a:lnTo>
                    <a:pt x="25589" y="26735"/>
                  </a:lnTo>
                  <a:lnTo>
                    <a:pt x="26127" y="27765"/>
                  </a:lnTo>
                  <a:lnTo>
                    <a:pt x="26624" y="28505"/>
                  </a:lnTo>
                  <a:lnTo>
                    <a:pt x="26747" y="29099"/>
                  </a:lnTo>
                  <a:cubicBezTo>
                    <a:pt x="26766" y="29514"/>
                    <a:pt x="26785" y="29930"/>
                    <a:pt x="26804" y="30345"/>
                  </a:cubicBezTo>
                  <a:lnTo>
                    <a:pt x="27314" y="30838"/>
                  </a:lnTo>
                  <a:cubicBezTo>
                    <a:pt x="27271" y="31016"/>
                    <a:pt x="27229" y="31194"/>
                    <a:pt x="27186" y="31372"/>
                  </a:cubicBezTo>
                  <a:lnTo>
                    <a:pt x="28659" y="33191"/>
                  </a:lnTo>
                  <a:lnTo>
                    <a:pt x="30739" y="33210"/>
                  </a:lnTo>
                  <a:lnTo>
                    <a:pt x="31772" y="33863"/>
                  </a:lnTo>
                  <a:lnTo>
                    <a:pt x="33204" y="33751"/>
                  </a:lnTo>
                  <a:cubicBezTo>
                    <a:pt x="33224" y="35501"/>
                    <a:pt x="33243" y="37252"/>
                    <a:pt x="33263" y="39002"/>
                  </a:cubicBezTo>
                  <a:lnTo>
                    <a:pt x="33913" y="39537"/>
                  </a:lnTo>
                  <a:cubicBezTo>
                    <a:pt x="33813" y="39866"/>
                    <a:pt x="33712" y="40195"/>
                    <a:pt x="33612" y="40524"/>
                  </a:cubicBezTo>
                  <a:lnTo>
                    <a:pt x="31942" y="42067"/>
                  </a:lnTo>
                  <a:lnTo>
                    <a:pt x="29961" y="42991"/>
                  </a:lnTo>
                  <a:cubicBezTo>
                    <a:pt x="29970" y="44152"/>
                    <a:pt x="29980" y="45313"/>
                    <a:pt x="29989" y="46474"/>
                  </a:cubicBezTo>
                  <a:lnTo>
                    <a:pt x="28969" y="47720"/>
                  </a:lnTo>
                  <a:lnTo>
                    <a:pt x="28996" y="50153"/>
                  </a:lnTo>
                  <a:lnTo>
                    <a:pt x="29932" y="49932"/>
                  </a:lnTo>
                  <a:lnTo>
                    <a:pt x="31263" y="51336"/>
                  </a:lnTo>
                  <a:cubicBezTo>
                    <a:pt x="31244" y="51666"/>
                    <a:pt x="31225" y="51995"/>
                    <a:pt x="31206" y="52325"/>
                  </a:cubicBezTo>
                  <a:cubicBezTo>
                    <a:pt x="31301" y="52626"/>
                    <a:pt x="31397" y="52927"/>
                    <a:pt x="31492" y="53228"/>
                  </a:cubicBezTo>
                  <a:lnTo>
                    <a:pt x="29381" y="56950"/>
                  </a:lnTo>
                  <a:lnTo>
                    <a:pt x="24951" y="61061"/>
                  </a:lnTo>
                  <a:lnTo>
                    <a:pt x="18525" y="68316"/>
                  </a:lnTo>
                  <a:lnTo>
                    <a:pt x="17535" y="68850"/>
                  </a:lnTo>
                  <a:lnTo>
                    <a:pt x="16799" y="68869"/>
                  </a:lnTo>
                  <a:lnTo>
                    <a:pt x="15125" y="71320"/>
                  </a:lnTo>
                  <a:lnTo>
                    <a:pt x="14331" y="69678"/>
                  </a:lnTo>
                  <a:cubicBezTo>
                    <a:pt x="14295" y="69084"/>
                    <a:pt x="14289" y="68408"/>
                    <a:pt x="14253" y="67814"/>
                  </a:cubicBezTo>
                  <a:lnTo>
                    <a:pt x="13784" y="66258"/>
                  </a:lnTo>
                  <a:lnTo>
                    <a:pt x="13442" y="63059"/>
                  </a:lnTo>
                  <a:cubicBezTo>
                    <a:pt x="13409" y="61857"/>
                    <a:pt x="13405" y="61036"/>
                    <a:pt x="13372" y="59834"/>
                  </a:cubicBezTo>
                  <a:lnTo>
                    <a:pt x="12400" y="57464"/>
                  </a:lnTo>
                  <a:lnTo>
                    <a:pt x="11815" y="55142"/>
                  </a:lnTo>
                  <a:lnTo>
                    <a:pt x="12257" y="53029"/>
                  </a:lnTo>
                  <a:lnTo>
                    <a:pt x="12878" y="51015"/>
                  </a:lnTo>
                  <a:cubicBezTo>
                    <a:pt x="12952" y="50470"/>
                    <a:pt x="13027" y="49924"/>
                    <a:pt x="13101" y="49379"/>
                  </a:cubicBezTo>
                  <a:lnTo>
                    <a:pt x="13023" y="47378"/>
                  </a:lnTo>
                  <a:cubicBezTo>
                    <a:pt x="12949" y="46847"/>
                    <a:pt x="12876" y="46315"/>
                    <a:pt x="12802" y="45784"/>
                  </a:cubicBezTo>
                  <a:lnTo>
                    <a:pt x="12193" y="45283"/>
                  </a:lnTo>
                  <a:lnTo>
                    <a:pt x="10584" y="44371"/>
                  </a:lnTo>
                  <a:lnTo>
                    <a:pt x="8982" y="43570"/>
                  </a:lnTo>
                  <a:lnTo>
                    <a:pt x="7305" y="43585"/>
                  </a:lnTo>
                  <a:cubicBezTo>
                    <a:pt x="7241" y="43142"/>
                    <a:pt x="7178" y="42699"/>
                    <a:pt x="7114" y="42256"/>
                  </a:cubicBezTo>
                  <a:lnTo>
                    <a:pt x="9133" y="40003"/>
                  </a:lnTo>
                  <a:lnTo>
                    <a:pt x="9726" y="38668"/>
                  </a:lnTo>
                  <a:lnTo>
                    <a:pt x="9305" y="38061"/>
                  </a:lnTo>
                  <a:lnTo>
                    <a:pt x="8609" y="37479"/>
                  </a:lnTo>
                  <a:lnTo>
                    <a:pt x="7516" y="37582"/>
                  </a:lnTo>
                  <a:lnTo>
                    <a:pt x="6835" y="35998"/>
                  </a:lnTo>
                  <a:lnTo>
                    <a:pt x="7189" y="35009"/>
                  </a:lnTo>
                  <a:lnTo>
                    <a:pt x="7967" y="33982"/>
                  </a:lnTo>
                  <a:lnTo>
                    <a:pt x="8788" y="33053"/>
                  </a:lnTo>
                  <a:lnTo>
                    <a:pt x="9680" y="32223"/>
                  </a:lnTo>
                  <a:cubicBezTo>
                    <a:pt x="9708" y="31340"/>
                    <a:pt x="9737" y="30456"/>
                    <a:pt x="9765" y="29573"/>
                  </a:cubicBezTo>
                  <a:lnTo>
                    <a:pt x="9142" y="28703"/>
                  </a:lnTo>
                  <a:lnTo>
                    <a:pt x="7854" y="28011"/>
                  </a:lnTo>
                  <a:lnTo>
                    <a:pt x="6891" y="27498"/>
                  </a:lnTo>
                  <a:lnTo>
                    <a:pt x="6456" y="26682"/>
                  </a:lnTo>
                  <a:lnTo>
                    <a:pt x="6157" y="26031"/>
                  </a:lnTo>
                  <a:lnTo>
                    <a:pt x="5618" y="24982"/>
                  </a:lnTo>
                  <a:lnTo>
                    <a:pt x="4797" y="24779"/>
                  </a:lnTo>
                  <a:lnTo>
                    <a:pt x="4209" y="24087"/>
                  </a:lnTo>
                  <a:lnTo>
                    <a:pt x="2970" y="21200"/>
                  </a:lnTo>
                  <a:lnTo>
                    <a:pt x="1286" y="19520"/>
                  </a:lnTo>
                  <a:lnTo>
                    <a:pt x="42" y="17958"/>
                  </a:lnTo>
                  <a:cubicBezTo>
                    <a:pt x="28" y="17490"/>
                    <a:pt x="14" y="17021"/>
                    <a:pt x="0" y="16553"/>
                  </a:cubicBezTo>
                  <a:cubicBezTo>
                    <a:pt x="128" y="16177"/>
                    <a:pt x="255" y="15800"/>
                    <a:pt x="383" y="15424"/>
                  </a:cubicBezTo>
                  <a:lnTo>
                    <a:pt x="1149" y="14810"/>
                  </a:lnTo>
                  <a:lnTo>
                    <a:pt x="1844" y="15302"/>
                  </a:lnTo>
                  <a:lnTo>
                    <a:pt x="2512" y="16133"/>
                  </a:lnTo>
                  <a:lnTo>
                    <a:pt x="3206" y="17063"/>
                  </a:lnTo>
                  <a:lnTo>
                    <a:pt x="4637" y="16609"/>
                  </a:lnTo>
                  <a:lnTo>
                    <a:pt x="5488" y="16649"/>
                  </a:lnTo>
                  <a:lnTo>
                    <a:pt x="6294" y="15775"/>
                  </a:lnTo>
                  <a:cubicBezTo>
                    <a:pt x="6233" y="15558"/>
                    <a:pt x="6100" y="14753"/>
                    <a:pt x="6039" y="14536"/>
                  </a:cubicBezTo>
                  <a:lnTo>
                    <a:pt x="5871" y="11194"/>
                  </a:lnTo>
                  <a:lnTo>
                    <a:pt x="6282" y="10364"/>
                  </a:lnTo>
                  <a:cubicBezTo>
                    <a:pt x="6292" y="9586"/>
                    <a:pt x="6302" y="8807"/>
                    <a:pt x="6312" y="8029"/>
                  </a:cubicBezTo>
                  <a:lnTo>
                    <a:pt x="5491" y="6368"/>
                  </a:lnTo>
                  <a:lnTo>
                    <a:pt x="5704" y="5281"/>
                  </a:lnTo>
                  <a:cubicBezTo>
                    <a:pt x="5684" y="5057"/>
                    <a:pt x="5663" y="4833"/>
                    <a:pt x="5643" y="4609"/>
                  </a:cubicBezTo>
                  <a:lnTo>
                    <a:pt x="4666" y="3739"/>
                  </a:lnTo>
                  <a:lnTo>
                    <a:pt x="4387" y="2454"/>
                  </a:lnTo>
                  <a:lnTo>
                    <a:pt x="4501" y="1011"/>
                  </a:lnTo>
                  <a:lnTo>
                    <a:pt x="5310" y="44"/>
                  </a:lnTo>
                  <a:lnTo>
                    <a:pt x="6061" y="421"/>
                  </a:lnTo>
                  <a:cubicBezTo>
                    <a:pt x="6010" y="778"/>
                    <a:pt x="5958" y="1134"/>
                    <a:pt x="5907" y="1491"/>
                  </a:cubicBezTo>
                  <a:lnTo>
                    <a:pt x="6646" y="1727"/>
                  </a:lnTo>
                  <a:lnTo>
                    <a:pt x="7312" y="1509"/>
                  </a:lnTo>
                  <a:lnTo>
                    <a:pt x="7809" y="2103"/>
                  </a:lnTo>
                  <a:cubicBezTo>
                    <a:pt x="7899" y="2274"/>
                    <a:pt x="7988" y="2446"/>
                    <a:pt x="8078" y="2617"/>
                  </a:cubicBezTo>
                  <a:lnTo>
                    <a:pt x="8757" y="397"/>
                  </a:lnTo>
                  <a:close/>
                </a:path>
              </a:pathLst>
            </a:custGeom>
            <a:solidFill>
              <a:srgbClr val="255AA9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5"/>
            <p:cNvSpPr/>
            <p:nvPr/>
          </p:nvSpPr>
          <p:spPr bwMode="auto">
            <a:xfrm>
              <a:off x="3733801" y="2297113"/>
              <a:ext cx="554038" cy="536575"/>
            </a:xfrm>
            <a:custGeom>
              <a:avLst/>
              <a:gdLst>
                <a:gd name="T0" fmla="*/ 27365164 w 21543"/>
                <a:gd name="T1" fmla="*/ 146383984 h 14764"/>
                <a:gd name="T2" fmla="*/ 37118417 w 21543"/>
                <a:gd name="T3" fmla="*/ 176462256 h 14764"/>
                <a:gd name="T4" fmla="*/ 35223839 w 21543"/>
                <a:gd name="T5" fmla="*/ 220553097 h 14764"/>
                <a:gd name="T6" fmla="*/ 37546780 w 21543"/>
                <a:gd name="T7" fmla="*/ 257753500 h 14764"/>
                <a:gd name="T8" fmla="*/ 47283593 w 21543"/>
                <a:gd name="T9" fmla="*/ 283128225 h 14764"/>
                <a:gd name="T10" fmla="*/ 54005436 w 21543"/>
                <a:gd name="T11" fmla="*/ 303069970 h 14764"/>
                <a:gd name="T12" fmla="*/ 51303426 w 21543"/>
                <a:gd name="T13" fmla="*/ 333579131 h 14764"/>
                <a:gd name="T14" fmla="*/ 45603132 w 21543"/>
                <a:gd name="T15" fmla="*/ 357794263 h 14764"/>
                <a:gd name="T16" fmla="*/ 23065105 w 21543"/>
                <a:gd name="T17" fmla="*/ 355177257 h 14764"/>
                <a:gd name="T18" fmla="*/ 9703827 w 21543"/>
                <a:gd name="T19" fmla="*/ 362034336 h 14764"/>
                <a:gd name="T20" fmla="*/ 0 w 21543"/>
                <a:gd name="T21" fmla="*/ 379061076 h 14764"/>
                <a:gd name="T22" fmla="*/ 2224099 w 21543"/>
                <a:gd name="T23" fmla="*/ 403011066 h 14764"/>
                <a:gd name="T24" fmla="*/ 15206563 w 21543"/>
                <a:gd name="T25" fmla="*/ 406058778 h 14764"/>
                <a:gd name="T26" fmla="*/ 30396566 w 21543"/>
                <a:gd name="T27" fmla="*/ 424278061 h 14764"/>
                <a:gd name="T28" fmla="*/ 36311113 w 21543"/>
                <a:gd name="T29" fmla="*/ 450844966 h 14764"/>
                <a:gd name="T30" fmla="*/ 34729495 w 21543"/>
                <a:gd name="T31" fmla="*/ 477644154 h 14764"/>
                <a:gd name="T32" fmla="*/ 52407259 w 21543"/>
                <a:gd name="T33" fmla="*/ 464824175 h 14764"/>
                <a:gd name="T34" fmla="*/ 66938347 w 21543"/>
                <a:gd name="T35" fmla="*/ 478770253 h 14764"/>
                <a:gd name="T36" fmla="*/ 89723490 w 21543"/>
                <a:gd name="T37" fmla="*/ 489072620 h 14764"/>
                <a:gd name="T38" fmla="*/ 105539538 w 21543"/>
                <a:gd name="T39" fmla="*/ 487350158 h 14764"/>
                <a:gd name="T40" fmla="*/ 115160950 w 21543"/>
                <a:gd name="T41" fmla="*/ 475954459 h 14764"/>
                <a:gd name="T42" fmla="*/ 112113117 w 21543"/>
                <a:gd name="T43" fmla="*/ 457536753 h 14764"/>
                <a:gd name="T44" fmla="*/ 130235675 w 21543"/>
                <a:gd name="T45" fmla="*/ 439217712 h 14764"/>
                <a:gd name="T46" fmla="*/ 171209373 w 21543"/>
                <a:gd name="T47" fmla="*/ 407118979 h 14764"/>
                <a:gd name="T48" fmla="*/ 212561852 w 21543"/>
                <a:gd name="T49" fmla="*/ 379259863 h 14764"/>
                <a:gd name="T50" fmla="*/ 244490605 w 21543"/>
                <a:gd name="T51" fmla="*/ 359814906 h 14764"/>
                <a:gd name="T52" fmla="*/ 275332021 w 21543"/>
                <a:gd name="T53" fmla="*/ 325165064 h 14764"/>
                <a:gd name="T54" fmla="*/ 300390668 w 21543"/>
                <a:gd name="T55" fmla="*/ 293629198 h 14764"/>
                <a:gd name="T56" fmla="*/ 303224255 w 21543"/>
                <a:gd name="T57" fmla="*/ 274879815 h 14764"/>
                <a:gd name="T58" fmla="*/ 311824373 w 21543"/>
                <a:gd name="T59" fmla="*/ 263683086 h 14764"/>
                <a:gd name="T60" fmla="*/ 298874903 w 21543"/>
                <a:gd name="T61" fmla="*/ 232610875 h 14764"/>
                <a:gd name="T62" fmla="*/ 305596745 w 21543"/>
                <a:gd name="T63" fmla="*/ 212867918 h 14764"/>
                <a:gd name="T64" fmla="*/ 332961902 w 21543"/>
                <a:gd name="T65" fmla="*/ 178516213 h 14764"/>
                <a:gd name="T66" fmla="*/ 353522803 w 21543"/>
                <a:gd name="T67" fmla="*/ 159104387 h 14764"/>
                <a:gd name="T68" fmla="*/ 354923294 w 21543"/>
                <a:gd name="T69" fmla="*/ 107262150 h 14764"/>
                <a:gd name="T70" fmla="*/ 343423607 w 21543"/>
                <a:gd name="T71" fmla="*/ 91229144 h 14764"/>
                <a:gd name="T72" fmla="*/ 300176550 w 21543"/>
                <a:gd name="T73" fmla="*/ 67610193 h 14764"/>
                <a:gd name="T74" fmla="*/ 275019061 w 21543"/>
                <a:gd name="T75" fmla="*/ 17523714 h 14764"/>
                <a:gd name="T76" fmla="*/ 259268801 w 21543"/>
                <a:gd name="T77" fmla="*/ 13813558 h 14764"/>
                <a:gd name="T78" fmla="*/ 247900948 w 21543"/>
                <a:gd name="T79" fmla="*/ 0 h 14764"/>
                <a:gd name="T80" fmla="*/ 245215497 w 21543"/>
                <a:gd name="T81" fmla="*/ 16364302 h 14764"/>
                <a:gd name="T82" fmla="*/ 235857625 w 21543"/>
                <a:gd name="T83" fmla="*/ 33125997 h 14764"/>
                <a:gd name="T84" fmla="*/ 230503283 w 21543"/>
                <a:gd name="T85" fmla="*/ 48728467 h 14764"/>
                <a:gd name="T86" fmla="*/ 192692852 w 21543"/>
                <a:gd name="T87" fmla="*/ 46111450 h 14764"/>
                <a:gd name="T88" fmla="*/ 158622412 w 21543"/>
                <a:gd name="T89" fmla="*/ 45150825 h 14764"/>
                <a:gd name="T90" fmla="*/ 141043492 w 21543"/>
                <a:gd name="T91" fmla="*/ 63237594 h 14764"/>
                <a:gd name="T92" fmla="*/ 116742567 w 21543"/>
                <a:gd name="T93" fmla="*/ 64231350 h 14764"/>
                <a:gd name="T94" fmla="*/ 90629637 w 21543"/>
                <a:gd name="T95" fmla="*/ 63237594 h 14764"/>
                <a:gd name="T96" fmla="*/ 69854491 w 21543"/>
                <a:gd name="T97" fmla="*/ 75295372 h 14764"/>
                <a:gd name="T98" fmla="*/ 53329966 w 21543"/>
                <a:gd name="T99" fmla="*/ 100007495 h 14764"/>
                <a:gd name="T100" fmla="*/ 51501240 w 21543"/>
                <a:gd name="T101" fmla="*/ 125911957 h 14764"/>
                <a:gd name="T102" fmla="*/ 45537151 w 21543"/>
                <a:gd name="T103" fmla="*/ 135452305 h 14764"/>
                <a:gd name="T104" fmla="*/ 36146417 w 21543"/>
                <a:gd name="T105" fmla="*/ 139891166 h 14764"/>
                <a:gd name="T106" fmla="*/ 27365164 w 21543"/>
                <a:gd name="T107" fmla="*/ 146383984 h 1476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1543"/>
                <a:gd name="T163" fmla="*/ 0 h 14764"/>
                <a:gd name="T164" fmla="*/ 21543 w 21543"/>
                <a:gd name="T165" fmla="*/ 14764 h 1476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1543" h="14764" fill="norm" stroke="1" extrusionOk="0">
                  <a:moveTo>
                    <a:pt x="1661" y="4419"/>
                  </a:moveTo>
                  <a:lnTo>
                    <a:pt x="2253" y="5327"/>
                  </a:lnTo>
                  <a:cubicBezTo>
                    <a:pt x="2215" y="5771"/>
                    <a:pt x="2176" y="6214"/>
                    <a:pt x="2138" y="6658"/>
                  </a:cubicBezTo>
                  <a:lnTo>
                    <a:pt x="2279" y="7781"/>
                  </a:lnTo>
                  <a:lnTo>
                    <a:pt x="2870" y="8547"/>
                  </a:lnTo>
                  <a:lnTo>
                    <a:pt x="3278" y="9149"/>
                  </a:lnTo>
                  <a:cubicBezTo>
                    <a:pt x="3223" y="9456"/>
                    <a:pt x="3169" y="9763"/>
                    <a:pt x="3114" y="10070"/>
                  </a:cubicBezTo>
                  <a:lnTo>
                    <a:pt x="2768" y="10801"/>
                  </a:lnTo>
                  <a:lnTo>
                    <a:pt x="1400" y="10722"/>
                  </a:lnTo>
                  <a:lnTo>
                    <a:pt x="589" y="10929"/>
                  </a:lnTo>
                  <a:lnTo>
                    <a:pt x="0" y="11443"/>
                  </a:lnTo>
                  <a:lnTo>
                    <a:pt x="135" y="12166"/>
                  </a:lnTo>
                  <a:lnTo>
                    <a:pt x="923" y="12258"/>
                  </a:lnTo>
                  <a:lnTo>
                    <a:pt x="1845" y="12808"/>
                  </a:lnTo>
                  <a:lnTo>
                    <a:pt x="2204" y="13610"/>
                  </a:lnTo>
                  <a:cubicBezTo>
                    <a:pt x="2172" y="13880"/>
                    <a:pt x="2140" y="14149"/>
                    <a:pt x="2108" y="14419"/>
                  </a:cubicBezTo>
                  <a:lnTo>
                    <a:pt x="3181" y="14032"/>
                  </a:lnTo>
                  <a:lnTo>
                    <a:pt x="4063" y="14453"/>
                  </a:lnTo>
                  <a:lnTo>
                    <a:pt x="5446" y="14764"/>
                  </a:lnTo>
                  <a:lnTo>
                    <a:pt x="6406" y="14712"/>
                  </a:lnTo>
                  <a:lnTo>
                    <a:pt x="6990" y="14368"/>
                  </a:lnTo>
                  <a:cubicBezTo>
                    <a:pt x="6928" y="14183"/>
                    <a:pt x="6867" y="13997"/>
                    <a:pt x="6805" y="13812"/>
                  </a:cubicBezTo>
                  <a:lnTo>
                    <a:pt x="7905" y="13259"/>
                  </a:lnTo>
                  <a:lnTo>
                    <a:pt x="10392" y="12290"/>
                  </a:lnTo>
                  <a:lnTo>
                    <a:pt x="12902" y="11449"/>
                  </a:lnTo>
                  <a:lnTo>
                    <a:pt x="14840" y="10862"/>
                  </a:lnTo>
                  <a:lnTo>
                    <a:pt x="16712" y="9816"/>
                  </a:lnTo>
                  <a:lnTo>
                    <a:pt x="18233" y="8864"/>
                  </a:lnTo>
                  <a:cubicBezTo>
                    <a:pt x="18290" y="8675"/>
                    <a:pt x="18348" y="8487"/>
                    <a:pt x="18405" y="8298"/>
                  </a:cubicBezTo>
                  <a:lnTo>
                    <a:pt x="18927" y="7960"/>
                  </a:lnTo>
                  <a:lnTo>
                    <a:pt x="18141" y="7022"/>
                  </a:lnTo>
                  <a:lnTo>
                    <a:pt x="18549" y="6426"/>
                  </a:lnTo>
                  <a:lnTo>
                    <a:pt x="20210" y="5389"/>
                  </a:lnTo>
                  <a:lnTo>
                    <a:pt x="21458" y="4803"/>
                  </a:lnTo>
                  <a:cubicBezTo>
                    <a:pt x="21486" y="4281"/>
                    <a:pt x="21515" y="3760"/>
                    <a:pt x="21543" y="3238"/>
                  </a:cubicBezTo>
                  <a:lnTo>
                    <a:pt x="20845" y="2754"/>
                  </a:lnTo>
                  <a:lnTo>
                    <a:pt x="18220" y="2041"/>
                  </a:lnTo>
                  <a:lnTo>
                    <a:pt x="16693" y="529"/>
                  </a:lnTo>
                  <a:lnTo>
                    <a:pt x="15737" y="417"/>
                  </a:lnTo>
                  <a:lnTo>
                    <a:pt x="15047" y="0"/>
                  </a:lnTo>
                  <a:cubicBezTo>
                    <a:pt x="14993" y="165"/>
                    <a:pt x="14938" y="329"/>
                    <a:pt x="14884" y="494"/>
                  </a:cubicBezTo>
                  <a:lnTo>
                    <a:pt x="14316" y="1000"/>
                  </a:lnTo>
                  <a:lnTo>
                    <a:pt x="13991" y="1471"/>
                  </a:lnTo>
                  <a:lnTo>
                    <a:pt x="11696" y="1392"/>
                  </a:lnTo>
                  <a:lnTo>
                    <a:pt x="9628" y="1363"/>
                  </a:lnTo>
                  <a:lnTo>
                    <a:pt x="8561" y="1909"/>
                  </a:lnTo>
                  <a:lnTo>
                    <a:pt x="7086" y="1939"/>
                  </a:lnTo>
                  <a:lnTo>
                    <a:pt x="5501" y="1909"/>
                  </a:lnTo>
                  <a:lnTo>
                    <a:pt x="4240" y="2273"/>
                  </a:lnTo>
                  <a:lnTo>
                    <a:pt x="3237" y="3019"/>
                  </a:lnTo>
                  <a:lnTo>
                    <a:pt x="3126" y="3801"/>
                  </a:lnTo>
                  <a:lnTo>
                    <a:pt x="2764" y="4089"/>
                  </a:lnTo>
                  <a:lnTo>
                    <a:pt x="2194" y="4223"/>
                  </a:lnTo>
                  <a:lnTo>
                    <a:pt x="1661" y="4419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5"/>
            <p:cNvSpPr/>
            <p:nvPr/>
          </p:nvSpPr>
          <p:spPr bwMode="auto">
            <a:xfrm>
              <a:off x="2921000" y="2308225"/>
              <a:ext cx="896938" cy="747712"/>
            </a:xfrm>
            <a:custGeom>
              <a:avLst/>
              <a:gdLst>
                <a:gd name="T0" fmla="*/ 0 w 34942"/>
                <a:gd name="T1" fmla="*/ 0 h 20511"/>
                <a:gd name="T2" fmla="*/ 34942 w 34942"/>
                <a:gd name="T3" fmla="*/ 20511 h 20511"/>
              </a:gdLst>
              <a:ahLst/>
              <a:cxnLst>
                <a:cxn ang="0">
                  <a:pos x="33917" y="4988"/>
                </a:cxn>
                <a:cxn ang="0">
                  <a:pos x="33943" y="7442"/>
                </a:cxn>
                <a:cxn ang="0">
                  <a:pos x="34942" y="8810"/>
                </a:cxn>
                <a:cxn ang="0">
                  <a:pos x="34432" y="10462"/>
                </a:cxn>
                <a:cxn ang="0">
                  <a:pos x="32253" y="10590"/>
                </a:cxn>
                <a:cxn ang="0">
                  <a:pos x="31799" y="11827"/>
                </a:cxn>
                <a:cxn ang="0">
                  <a:pos x="33509" y="12469"/>
                </a:cxn>
                <a:cxn ang="0">
                  <a:pos x="33772" y="14080"/>
                </a:cxn>
                <a:cxn ang="0">
                  <a:pos x="26462" y="17486"/>
                </a:cxn>
                <a:cxn ang="0">
                  <a:pos x="24320" y="18337"/>
                </a:cxn>
                <a:cxn ang="0">
                  <a:pos x="23017" y="18978"/>
                </a:cxn>
                <a:cxn ang="0">
                  <a:pos x="20523" y="18768"/>
                </a:cxn>
                <a:cxn ang="0">
                  <a:pos x="17685" y="19325"/>
                </a:cxn>
                <a:cxn ang="0">
                  <a:pos x="15441" y="19409"/>
                </a:cxn>
                <a:cxn ang="0">
                  <a:pos x="13433" y="18431"/>
                </a:cxn>
                <a:cxn ang="0">
                  <a:pos x="11592" y="19249"/>
                </a:cxn>
                <a:cxn ang="0">
                  <a:pos x="7327" y="20135"/>
                </a:cxn>
                <a:cxn ang="0">
                  <a:pos x="4688" y="20146"/>
                </a:cxn>
                <a:cxn ang="0">
                  <a:pos x="1169" y="19372"/>
                </a:cxn>
                <a:cxn ang="0">
                  <a:pos x="264" y="17603"/>
                </a:cxn>
                <a:cxn ang="0">
                  <a:pos x="1080" y="15763"/>
                </a:cxn>
                <a:cxn ang="0">
                  <a:pos x="1224" y="13470"/>
                </a:cxn>
                <a:cxn ang="0">
                  <a:pos x="3992" y="10161"/>
                </a:cxn>
                <a:cxn ang="0">
                  <a:pos x="5685" y="9176"/>
                </a:cxn>
                <a:cxn ang="0">
                  <a:pos x="7419" y="9363"/>
                </a:cxn>
                <a:cxn ang="0">
                  <a:pos x="9168" y="9389"/>
                </a:cxn>
                <a:cxn ang="0">
                  <a:pos x="10471" y="9804"/>
                </a:cxn>
                <a:cxn ang="0">
                  <a:pos x="12571" y="11104"/>
                </a:cxn>
                <a:cxn ang="0">
                  <a:pos x="14041" y="11568"/>
                </a:cxn>
                <a:cxn ang="0">
                  <a:pos x="16318" y="11100"/>
                </a:cxn>
                <a:cxn ang="0">
                  <a:pos x="17835" y="11461"/>
                </a:cxn>
                <a:cxn ang="0">
                  <a:pos x="18192" y="10891"/>
                </a:cxn>
                <a:cxn ang="0">
                  <a:pos x="19156" y="9016"/>
                </a:cxn>
                <a:cxn ang="0">
                  <a:pos x="20256" y="8113"/>
                </a:cxn>
                <a:cxn ang="0">
                  <a:pos x="19800" y="6951"/>
                </a:cxn>
                <a:cxn ang="0">
                  <a:pos x="17882" y="5904"/>
                </a:cxn>
                <a:cxn ang="0">
                  <a:pos x="18774" y="4526"/>
                </a:cxn>
                <a:cxn ang="0">
                  <a:pos x="21999" y="2883"/>
                </a:cxn>
                <a:cxn ang="0">
                  <a:pos x="22393" y="887"/>
                </a:cxn>
                <a:cxn ang="0">
                  <a:pos x="23386" y="422"/>
                </a:cxn>
                <a:cxn ang="0">
                  <a:pos x="24712" y="1594"/>
                </a:cxn>
                <a:cxn ang="0">
                  <a:pos x="26865" y="2602"/>
                </a:cxn>
                <a:cxn ang="0">
                  <a:pos x="28270" y="3616"/>
                </a:cxn>
                <a:cxn ang="0">
                  <a:pos x="30630" y="3799"/>
                </a:cxn>
                <a:cxn ang="0">
                  <a:pos x="33325" y="4080"/>
                </a:cxn>
              </a:cxnLst>
              <a:rect l="T0" t="T1" r="T2" b="T3"/>
              <a:pathLst>
                <a:path w="34942" h="20511" fill="norm" stroke="1" extrusionOk="0">
                  <a:moveTo>
                    <a:pt x="33325" y="4080"/>
                  </a:moveTo>
                  <a:lnTo>
                    <a:pt x="33917" y="4988"/>
                  </a:lnTo>
                  <a:cubicBezTo>
                    <a:pt x="33879" y="5432"/>
                    <a:pt x="33840" y="5875"/>
                    <a:pt x="33802" y="6319"/>
                  </a:cubicBezTo>
                  <a:lnTo>
                    <a:pt x="33943" y="7442"/>
                  </a:lnTo>
                  <a:lnTo>
                    <a:pt x="34534" y="8208"/>
                  </a:lnTo>
                  <a:lnTo>
                    <a:pt x="34942" y="8810"/>
                  </a:lnTo>
                  <a:cubicBezTo>
                    <a:pt x="34887" y="9117"/>
                    <a:pt x="34833" y="9424"/>
                    <a:pt x="34778" y="9731"/>
                  </a:cubicBezTo>
                  <a:lnTo>
                    <a:pt x="34432" y="10462"/>
                  </a:lnTo>
                  <a:lnTo>
                    <a:pt x="33064" y="10383"/>
                  </a:lnTo>
                  <a:lnTo>
                    <a:pt x="32253" y="10590"/>
                  </a:lnTo>
                  <a:lnTo>
                    <a:pt x="31664" y="11104"/>
                  </a:lnTo>
                  <a:lnTo>
                    <a:pt x="31799" y="11827"/>
                  </a:lnTo>
                  <a:lnTo>
                    <a:pt x="32587" y="11919"/>
                  </a:lnTo>
                  <a:lnTo>
                    <a:pt x="33509" y="12469"/>
                  </a:lnTo>
                  <a:lnTo>
                    <a:pt x="33868" y="13271"/>
                  </a:lnTo>
                  <a:cubicBezTo>
                    <a:pt x="33836" y="13541"/>
                    <a:pt x="33804" y="13810"/>
                    <a:pt x="33772" y="14080"/>
                  </a:cubicBezTo>
                  <a:lnTo>
                    <a:pt x="27042" y="16638"/>
                  </a:lnTo>
                  <a:lnTo>
                    <a:pt x="26462" y="17486"/>
                  </a:lnTo>
                  <a:lnTo>
                    <a:pt x="24821" y="17659"/>
                  </a:lnTo>
                  <a:lnTo>
                    <a:pt x="24320" y="18337"/>
                  </a:lnTo>
                  <a:lnTo>
                    <a:pt x="24392" y="18805"/>
                  </a:lnTo>
                  <a:lnTo>
                    <a:pt x="23017" y="18978"/>
                  </a:lnTo>
                  <a:lnTo>
                    <a:pt x="22354" y="18674"/>
                  </a:lnTo>
                  <a:lnTo>
                    <a:pt x="20523" y="18768"/>
                  </a:lnTo>
                  <a:lnTo>
                    <a:pt x="19340" y="19056"/>
                  </a:lnTo>
                  <a:lnTo>
                    <a:pt x="17685" y="19325"/>
                  </a:lnTo>
                  <a:lnTo>
                    <a:pt x="16507" y="19805"/>
                  </a:lnTo>
                  <a:lnTo>
                    <a:pt x="15441" y="19409"/>
                  </a:lnTo>
                  <a:lnTo>
                    <a:pt x="15079" y="18428"/>
                  </a:lnTo>
                  <a:lnTo>
                    <a:pt x="13433" y="18431"/>
                  </a:lnTo>
                  <a:lnTo>
                    <a:pt x="12186" y="18860"/>
                  </a:lnTo>
                  <a:lnTo>
                    <a:pt x="11592" y="19249"/>
                  </a:lnTo>
                  <a:lnTo>
                    <a:pt x="9102" y="20185"/>
                  </a:lnTo>
                  <a:lnTo>
                    <a:pt x="7327" y="20135"/>
                  </a:lnTo>
                  <a:lnTo>
                    <a:pt x="5806" y="20511"/>
                  </a:lnTo>
                  <a:lnTo>
                    <a:pt x="4688" y="20146"/>
                  </a:lnTo>
                  <a:lnTo>
                    <a:pt x="2746" y="19887"/>
                  </a:lnTo>
                  <a:lnTo>
                    <a:pt x="1169" y="19372"/>
                  </a:lnTo>
                  <a:lnTo>
                    <a:pt x="626" y="18522"/>
                  </a:lnTo>
                  <a:lnTo>
                    <a:pt x="264" y="17603"/>
                  </a:lnTo>
                  <a:lnTo>
                    <a:pt x="0" y="16725"/>
                  </a:lnTo>
                  <a:lnTo>
                    <a:pt x="1080" y="15763"/>
                  </a:lnTo>
                  <a:lnTo>
                    <a:pt x="107" y="15191"/>
                  </a:lnTo>
                  <a:lnTo>
                    <a:pt x="1224" y="13470"/>
                  </a:lnTo>
                  <a:lnTo>
                    <a:pt x="2666" y="11408"/>
                  </a:lnTo>
                  <a:lnTo>
                    <a:pt x="3992" y="10161"/>
                  </a:lnTo>
                  <a:lnTo>
                    <a:pt x="5207" y="9435"/>
                  </a:lnTo>
                  <a:lnTo>
                    <a:pt x="5685" y="9176"/>
                  </a:lnTo>
                  <a:lnTo>
                    <a:pt x="6853" y="8886"/>
                  </a:lnTo>
                  <a:lnTo>
                    <a:pt x="7419" y="9363"/>
                  </a:lnTo>
                  <a:lnTo>
                    <a:pt x="8193" y="9543"/>
                  </a:lnTo>
                  <a:lnTo>
                    <a:pt x="9168" y="9389"/>
                  </a:lnTo>
                  <a:lnTo>
                    <a:pt x="10063" y="9229"/>
                  </a:lnTo>
                  <a:lnTo>
                    <a:pt x="10471" y="9804"/>
                  </a:lnTo>
                  <a:lnTo>
                    <a:pt x="11430" y="10456"/>
                  </a:lnTo>
                  <a:lnTo>
                    <a:pt x="12571" y="11104"/>
                  </a:lnTo>
                  <a:lnTo>
                    <a:pt x="13452" y="11441"/>
                  </a:lnTo>
                  <a:lnTo>
                    <a:pt x="14041" y="11568"/>
                  </a:lnTo>
                  <a:lnTo>
                    <a:pt x="14807" y="11228"/>
                  </a:lnTo>
                  <a:lnTo>
                    <a:pt x="16318" y="11100"/>
                  </a:lnTo>
                  <a:lnTo>
                    <a:pt x="17097" y="11807"/>
                  </a:lnTo>
                  <a:lnTo>
                    <a:pt x="17835" y="11461"/>
                  </a:lnTo>
                  <a:lnTo>
                    <a:pt x="18378" y="11336"/>
                  </a:lnTo>
                  <a:lnTo>
                    <a:pt x="18192" y="10891"/>
                  </a:lnTo>
                  <a:cubicBezTo>
                    <a:pt x="18167" y="10516"/>
                    <a:pt x="18143" y="10141"/>
                    <a:pt x="18118" y="9766"/>
                  </a:cubicBezTo>
                  <a:lnTo>
                    <a:pt x="19156" y="9016"/>
                  </a:lnTo>
                  <a:lnTo>
                    <a:pt x="19560" y="8368"/>
                  </a:lnTo>
                  <a:lnTo>
                    <a:pt x="20256" y="8113"/>
                  </a:lnTo>
                  <a:lnTo>
                    <a:pt x="19996" y="7511"/>
                  </a:lnTo>
                  <a:cubicBezTo>
                    <a:pt x="19931" y="7324"/>
                    <a:pt x="19865" y="7138"/>
                    <a:pt x="19800" y="6951"/>
                  </a:cubicBezTo>
                  <a:lnTo>
                    <a:pt x="18476" y="6365"/>
                  </a:lnTo>
                  <a:lnTo>
                    <a:pt x="17882" y="5904"/>
                  </a:lnTo>
                  <a:lnTo>
                    <a:pt x="17714" y="5171"/>
                  </a:lnTo>
                  <a:lnTo>
                    <a:pt x="18774" y="4526"/>
                  </a:lnTo>
                  <a:lnTo>
                    <a:pt x="20269" y="3715"/>
                  </a:lnTo>
                  <a:lnTo>
                    <a:pt x="21999" y="2883"/>
                  </a:lnTo>
                  <a:cubicBezTo>
                    <a:pt x="21981" y="2336"/>
                    <a:pt x="21962" y="1788"/>
                    <a:pt x="21944" y="1241"/>
                  </a:cubicBezTo>
                  <a:lnTo>
                    <a:pt x="22393" y="887"/>
                  </a:lnTo>
                  <a:cubicBezTo>
                    <a:pt x="22443" y="591"/>
                    <a:pt x="22492" y="296"/>
                    <a:pt x="22542" y="0"/>
                  </a:cubicBezTo>
                  <a:lnTo>
                    <a:pt x="23386" y="422"/>
                  </a:lnTo>
                  <a:cubicBezTo>
                    <a:pt x="23409" y="630"/>
                    <a:pt x="23433" y="839"/>
                    <a:pt x="23456" y="1047"/>
                  </a:cubicBezTo>
                  <a:lnTo>
                    <a:pt x="24712" y="1594"/>
                  </a:lnTo>
                  <a:lnTo>
                    <a:pt x="26396" y="2029"/>
                  </a:lnTo>
                  <a:lnTo>
                    <a:pt x="26865" y="2602"/>
                  </a:lnTo>
                  <a:lnTo>
                    <a:pt x="27310" y="3331"/>
                  </a:lnTo>
                  <a:lnTo>
                    <a:pt x="28270" y="3616"/>
                  </a:lnTo>
                  <a:lnTo>
                    <a:pt x="29229" y="3773"/>
                  </a:lnTo>
                  <a:lnTo>
                    <a:pt x="30630" y="3799"/>
                  </a:lnTo>
                  <a:lnTo>
                    <a:pt x="32776" y="3878"/>
                  </a:lnTo>
                  <a:lnTo>
                    <a:pt x="33325" y="4080"/>
                  </a:lnTo>
                  <a:close/>
                </a:path>
              </a:pathLst>
            </a:custGeom>
            <a:solidFill>
              <a:srgbClr val="245AAA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5" descr="casablanca"/>
            <p:cNvSpPr/>
            <p:nvPr/>
          </p:nvSpPr>
          <p:spPr bwMode="auto">
            <a:xfrm>
              <a:off x="3094038" y="2065338"/>
              <a:ext cx="414338" cy="673100"/>
            </a:xfrm>
            <a:custGeom>
              <a:avLst/>
              <a:gdLst>
                <a:gd name="T0" fmla="*/ 1984750 w 16129"/>
                <a:gd name="T1" fmla="*/ 1117492 h 18509"/>
                <a:gd name="T2" fmla="*/ 1941112 w 16129"/>
                <a:gd name="T3" fmla="*/ 1000647 h 18509"/>
                <a:gd name="T4" fmla="*/ 1885153 w 16129"/>
                <a:gd name="T5" fmla="*/ 890718 h 18509"/>
                <a:gd name="T6" fmla="*/ 1873088 w 16129"/>
                <a:gd name="T7" fmla="*/ 538180 h 18509"/>
                <a:gd name="T8" fmla="*/ 1948428 w 16129"/>
                <a:gd name="T9" fmla="*/ 428797 h 18509"/>
                <a:gd name="T10" fmla="*/ 2005542 w 16129"/>
                <a:gd name="T11" fmla="*/ 337614 h 18509"/>
                <a:gd name="T12" fmla="*/ 2070100 w 16129"/>
                <a:gd name="T13" fmla="*/ 265359 h 18509"/>
                <a:gd name="T14" fmla="*/ 2064196 w 16129"/>
                <a:gd name="T15" fmla="*/ 0 h 18509"/>
                <a:gd name="T16" fmla="*/ 1518980 w 16129"/>
                <a:gd name="T17" fmla="*/ 332336 h 18509"/>
                <a:gd name="T18" fmla="*/ 1012012 w 16129"/>
                <a:gd name="T19" fmla="*/ 600425 h 18509"/>
                <a:gd name="T20" fmla="*/ 929228 w 16129"/>
                <a:gd name="T21" fmla="*/ 877250 h 18509"/>
                <a:gd name="T22" fmla="*/ 716173 w 16129"/>
                <a:gd name="T23" fmla="*/ 1152437 h 18509"/>
                <a:gd name="T24" fmla="*/ 413147 w 16129"/>
                <a:gd name="T25" fmla="*/ 1411971 h 18509"/>
                <a:gd name="T26" fmla="*/ 121801 w 16129"/>
                <a:gd name="T27" fmla="*/ 1697715 h 18509"/>
                <a:gd name="T28" fmla="*/ 23487 w 16129"/>
                <a:gd name="T29" fmla="*/ 1836400 h 18509"/>
                <a:gd name="T30" fmla="*/ 125138 w 16129"/>
                <a:gd name="T31" fmla="*/ 1916299 h 18509"/>
                <a:gd name="T32" fmla="*/ 35937 w 16129"/>
                <a:gd name="T33" fmla="*/ 2052254 h 18509"/>
                <a:gd name="T34" fmla="*/ 58013 w 16129"/>
                <a:gd name="T35" fmla="*/ 2177836 h 18509"/>
                <a:gd name="T36" fmla="*/ 134764 w 16129"/>
                <a:gd name="T37" fmla="*/ 2280303 h 18509"/>
                <a:gd name="T38" fmla="*/ 94848 w 16129"/>
                <a:gd name="T39" fmla="*/ 2322163 h 18509"/>
                <a:gd name="T40" fmla="*/ 73671 w 16129"/>
                <a:gd name="T41" fmla="*/ 2395510 h 18509"/>
                <a:gd name="T42" fmla="*/ 38119 w 16129"/>
                <a:gd name="T43" fmla="*/ 2503619 h 18509"/>
                <a:gd name="T44" fmla="*/ 0 w 16129"/>
                <a:gd name="T45" fmla="*/ 2692537 h 18509"/>
                <a:gd name="T46" fmla="*/ 15530 w 16129"/>
                <a:gd name="T47" fmla="*/ 2837047 h 18509"/>
                <a:gd name="T48" fmla="*/ 88174 w 16129"/>
                <a:gd name="T49" fmla="*/ 2923862 h 18509"/>
                <a:gd name="T50" fmla="*/ 187514 w 16129"/>
                <a:gd name="T51" fmla="*/ 2956622 h 18509"/>
                <a:gd name="T52" fmla="*/ 312652 w 16129"/>
                <a:gd name="T53" fmla="*/ 2928594 h 18509"/>
                <a:gd name="T54" fmla="*/ 427522 w 16129"/>
                <a:gd name="T55" fmla="*/ 2899473 h 18509"/>
                <a:gd name="T56" fmla="*/ 479887 w 16129"/>
                <a:gd name="T57" fmla="*/ 3004125 h 18509"/>
                <a:gd name="T58" fmla="*/ 602972 w 16129"/>
                <a:gd name="T59" fmla="*/ 3122790 h 18509"/>
                <a:gd name="T60" fmla="*/ 749415 w 16129"/>
                <a:gd name="T61" fmla="*/ 3240728 h 18509"/>
                <a:gd name="T62" fmla="*/ 862488 w 16129"/>
                <a:gd name="T63" fmla="*/ 3302062 h 18509"/>
                <a:gd name="T64" fmla="*/ 938084 w 16129"/>
                <a:gd name="T65" fmla="*/ 3325177 h 18509"/>
                <a:gd name="T66" fmla="*/ 1036398 w 16129"/>
                <a:gd name="T67" fmla="*/ 3263296 h 18509"/>
                <a:gd name="T68" fmla="*/ 1230329 w 16129"/>
                <a:gd name="T69" fmla="*/ 3240000 h 18509"/>
                <a:gd name="T70" fmla="*/ 1330311 w 16129"/>
                <a:gd name="T71" fmla="*/ 3368675 h 18509"/>
                <a:gd name="T72" fmla="*/ 1425031 w 16129"/>
                <a:gd name="T73" fmla="*/ 3305702 h 18509"/>
                <a:gd name="T74" fmla="*/ 1494723 w 16129"/>
                <a:gd name="T75" fmla="*/ 3282952 h 18509"/>
                <a:gd name="T76" fmla="*/ 1470851 w 16129"/>
                <a:gd name="T77" fmla="*/ 3201961 h 18509"/>
                <a:gd name="T78" fmla="*/ 1461353 w 16129"/>
                <a:gd name="T79" fmla="*/ 2997209 h 18509"/>
                <a:gd name="T80" fmla="*/ 1594576 w 16129"/>
                <a:gd name="T81" fmla="*/ 2860707 h 18509"/>
                <a:gd name="T82" fmla="*/ 1646428 w 16129"/>
                <a:gd name="T83" fmla="*/ 2742770 h 18509"/>
                <a:gd name="T84" fmla="*/ 1735758 w 16129"/>
                <a:gd name="T85" fmla="*/ 2696359 h 18509"/>
                <a:gd name="T86" fmla="*/ 1702387 w 16129"/>
                <a:gd name="T87" fmla="*/ 2586794 h 18509"/>
                <a:gd name="T88" fmla="*/ 1677232 w 16129"/>
                <a:gd name="T89" fmla="*/ 2484873 h 18509"/>
                <a:gd name="T90" fmla="*/ 1507301 w 16129"/>
                <a:gd name="T91" fmla="*/ 2378220 h 18509"/>
                <a:gd name="T92" fmla="*/ 1431063 w 16129"/>
                <a:gd name="T93" fmla="*/ 2294317 h 18509"/>
                <a:gd name="T94" fmla="*/ 1409501 w 16129"/>
                <a:gd name="T95" fmla="*/ 2160910 h 18509"/>
                <a:gd name="T96" fmla="*/ 1545548 w 16129"/>
                <a:gd name="T97" fmla="*/ 2043518 h 18509"/>
                <a:gd name="T98" fmla="*/ 1737426 w 16129"/>
                <a:gd name="T99" fmla="*/ 1895915 h 18509"/>
                <a:gd name="T100" fmla="*/ 1959465 w 16129"/>
                <a:gd name="T101" fmla="*/ 1744489 h 18509"/>
                <a:gd name="T102" fmla="*/ 1952406 w 16129"/>
                <a:gd name="T103" fmla="*/ 1445642 h 18509"/>
                <a:gd name="T104" fmla="*/ 2010034 w 16129"/>
                <a:gd name="T105" fmla="*/ 1381213 h 18509"/>
                <a:gd name="T106" fmla="*/ 2029157 w 16129"/>
                <a:gd name="T107" fmla="*/ 1219777 h 18509"/>
                <a:gd name="T108" fmla="*/ 1984750 w 16129"/>
                <a:gd name="T109" fmla="*/ 1117492 h 18509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6129" h="18509" fill="norm" stroke="1" extrusionOk="0">
                  <a:moveTo>
                    <a:pt x="15464" y="6140"/>
                  </a:moveTo>
                  <a:lnTo>
                    <a:pt x="15124" y="5498"/>
                  </a:lnTo>
                  <a:lnTo>
                    <a:pt x="14688" y="4894"/>
                  </a:lnTo>
                  <a:cubicBezTo>
                    <a:pt x="14657" y="4248"/>
                    <a:pt x="14625" y="3603"/>
                    <a:pt x="14594" y="2957"/>
                  </a:cubicBezTo>
                  <a:lnTo>
                    <a:pt x="15181" y="2356"/>
                  </a:lnTo>
                  <a:lnTo>
                    <a:pt x="15626" y="1855"/>
                  </a:lnTo>
                  <a:lnTo>
                    <a:pt x="16129" y="1458"/>
                  </a:lnTo>
                  <a:cubicBezTo>
                    <a:pt x="16114" y="972"/>
                    <a:pt x="16098" y="486"/>
                    <a:pt x="16083" y="0"/>
                  </a:cubicBezTo>
                  <a:lnTo>
                    <a:pt x="11835" y="1826"/>
                  </a:lnTo>
                  <a:lnTo>
                    <a:pt x="7885" y="3299"/>
                  </a:lnTo>
                  <a:lnTo>
                    <a:pt x="7240" y="4820"/>
                  </a:lnTo>
                  <a:lnTo>
                    <a:pt x="5580" y="6332"/>
                  </a:lnTo>
                  <a:lnTo>
                    <a:pt x="3219" y="7758"/>
                  </a:lnTo>
                  <a:lnTo>
                    <a:pt x="949" y="9328"/>
                  </a:lnTo>
                  <a:lnTo>
                    <a:pt x="183" y="10090"/>
                  </a:lnTo>
                  <a:lnTo>
                    <a:pt x="975" y="10529"/>
                  </a:lnTo>
                  <a:lnTo>
                    <a:pt x="280" y="11276"/>
                  </a:lnTo>
                  <a:cubicBezTo>
                    <a:pt x="337" y="11506"/>
                    <a:pt x="395" y="11736"/>
                    <a:pt x="452" y="11966"/>
                  </a:cubicBezTo>
                  <a:lnTo>
                    <a:pt x="1050" y="12529"/>
                  </a:lnTo>
                  <a:lnTo>
                    <a:pt x="739" y="12759"/>
                  </a:lnTo>
                  <a:lnTo>
                    <a:pt x="574" y="13162"/>
                  </a:lnTo>
                  <a:lnTo>
                    <a:pt x="297" y="13756"/>
                  </a:lnTo>
                  <a:lnTo>
                    <a:pt x="0" y="14794"/>
                  </a:lnTo>
                  <a:cubicBezTo>
                    <a:pt x="40" y="15059"/>
                    <a:pt x="81" y="15323"/>
                    <a:pt x="121" y="15588"/>
                  </a:cubicBezTo>
                  <a:lnTo>
                    <a:pt x="687" y="16065"/>
                  </a:lnTo>
                  <a:lnTo>
                    <a:pt x="1461" y="16245"/>
                  </a:lnTo>
                  <a:lnTo>
                    <a:pt x="2436" y="16091"/>
                  </a:lnTo>
                  <a:lnTo>
                    <a:pt x="3331" y="15931"/>
                  </a:lnTo>
                  <a:lnTo>
                    <a:pt x="3739" y="16506"/>
                  </a:lnTo>
                  <a:lnTo>
                    <a:pt x="4698" y="17158"/>
                  </a:lnTo>
                  <a:lnTo>
                    <a:pt x="5839" y="17806"/>
                  </a:lnTo>
                  <a:lnTo>
                    <a:pt x="6720" y="18143"/>
                  </a:lnTo>
                  <a:lnTo>
                    <a:pt x="7309" y="18270"/>
                  </a:lnTo>
                  <a:lnTo>
                    <a:pt x="8075" y="17930"/>
                  </a:lnTo>
                  <a:lnTo>
                    <a:pt x="9586" y="17802"/>
                  </a:lnTo>
                  <a:lnTo>
                    <a:pt x="10365" y="18509"/>
                  </a:lnTo>
                  <a:lnTo>
                    <a:pt x="11103" y="18163"/>
                  </a:lnTo>
                  <a:lnTo>
                    <a:pt x="11646" y="18038"/>
                  </a:lnTo>
                  <a:lnTo>
                    <a:pt x="11460" y="17593"/>
                  </a:lnTo>
                  <a:cubicBezTo>
                    <a:pt x="11435" y="17218"/>
                    <a:pt x="11411" y="16843"/>
                    <a:pt x="11386" y="16468"/>
                  </a:cubicBezTo>
                  <a:lnTo>
                    <a:pt x="12424" y="15718"/>
                  </a:lnTo>
                  <a:lnTo>
                    <a:pt x="12828" y="15070"/>
                  </a:lnTo>
                  <a:lnTo>
                    <a:pt x="13524" y="14815"/>
                  </a:lnTo>
                  <a:lnTo>
                    <a:pt x="13264" y="14213"/>
                  </a:lnTo>
                  <a:cubicBezTo>
                    <a:pt x="13199" y="14026"/>
                    <a:pt x="13133" y="13840"/>
                    <a:pt x="13068" y="13653"/>
                  </a:cubicBezTo>
                  <a:lnTo>
                    <a:pt x="11744" y="13067"/>
                  </a:lnTo>
                  <a:lnTo>
                    <a:pt x="11150" y="12606"/>
                  </a:lnTo>
                  <a:lnTo>
                    <a:pt x="10982" y="11873"/>
                  </a:lnTo>
                  <a:lnTo>
                    <a:pt x="12042" y="11228"/>
                  </a:lnTo>
                  <a:lnTo>
                    <a:pt x="13537" y="10417"/>
                  </a:lnTo>
                  <a:lnTo>
                    <a:pt x="15267" y="9585"/>
                  </a:lnTo>
                  <a:cubicBezTo>
                    <a:pt x="15249" y="9038"/>
                    <a:pt x="15230" y="8490"/>
                    <a:pt x="15212" y="7943"/>
                  </a:cubicBezTo>
                  <a:lnTo>
                    <a:pt x="15661" y="7589"/>
                  </a:lnTo>
                  <a:cubicBezTo>
                    <a:pt x="15711" y="7293"/>
                    <a:pt x="15760" y="6998"/>
                    <a:pt x="15810" y="6702"/>
                  </a:cubicBezTo>
                  <a:lnTo>
                    <a:pt x="15464" y="6140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5"/>
            <p:cNvSpPr/>
            <p:nvPr/>
          </p:nvSpPr>
          <p:spPr bwMode="auto">
            <a:xfrm>
              <a:off x="3768726" y="1803400"/>
              <a:ext cx="415925" cy="400050"/>
            </a:xfrm>
            <a:custGeom>
              <a:avLst/>
              <a:gdLst>
                <a:gd name="T0" fmla="*/ 0 w 13991"/>
                <a:gd name="T1" fmla="*/ 78769820 h 18411"/>
                <a:gd name="T2" fmla="*/ 18587456 w 13991"/>
                <a:gd name="T3" fmla="*/ 102165083 h 18411"/>
                <a:gd name="T4" fmla="*/ 33992378 w 13991"/>
                <a:gd name="T5" fmla="*/ 116787245 h 18411"/>
                <a:gd name="T6" fmla="*/ 43429848 w 13991"/>
                <a:gd name="T7" fmla="*/ 122197937 h 18411"/>
                <a:gd name="T8" fmla="*/ 59475701 w 13991"/>
                <a:gd name="T9" fmla="*/ 121274519 h 18411"/>
                <a:gd name="T10" fmla="*/ 62790823 w 13991"/>
                <a:gd name="T11" fmla="*/ 140040393 h 18411"/>
                <a:gd name="T12" fmla="*/ 61508950 w 13991"/>
                <a:gd name="T13" fmla="*/ 164335569 h 18411"/>
                <a:gd name="T14" fmla="*/ 71543201 w 13991"/>
                <a:gd name="T15" fmla="*/ 174008612 h 18411"/>
                <a:gd name="T16" fmla="*/ 69355069 w 13991"/>
                <a:gd name="T17" fmla="*/ 186558768 h 18411"/>
                <a:gd name="T18" fmla="*/ 78792549 w 13991"/>
                <a:gd name="T19" fmla="*/ 197723687 h 18411"/>
                <a:gd name="T20" fmla="*/ 121868763 w 13991"/>
                <a:gd name="T21" fmla="*/ 196456843 h 18411"/>
                <a:gd name="T22" fmla="*/ 133958262 w 13991"/>
                <a:gd name="T23" fmla="*/ 205431282 h 18411"/>
                <a:gd name="T24" fmla="*/ 146224790 w 13991"/>
                <a:gd name="T25" fmla="*/ 217981438 h 18411"/>
                <a:gd name="T26" fmla="*/ 157231482 w 13991"/>
                <a:gd name="T27" fmla="*/ 209693632 h 18411"/>
                <a:gd name="T28" fmla="*/ 156922014 w 13991"/>
                <a:gd name="T29" fmla="*/ 197948611 h 18411"/>
                <a:gd name="T30" fmla="*/ 169497863 w 13991"/>
                <a:gd name="T31" fmla="*/ 197167198 h 18411"/>
                <a:gd name="T32" fmla="*/ 169542009 w 13991"/>
                <a:gd name="T33" fmla="*/ 180378415 h 18411"/>
                <a:gd name="T34" fmla="*/ 178051212 w 13991"/>
                <a:gd name="T35" fmla="*/ 167484942 h 18411"/>
                <a:gd name="T36" fmla="*/ 194516974 w 13991"/>
                <a:gd name="T37" fmla="*/ 160570512 h 18411"/>
                <a:gd name="T38" fmla="*/ 211049029 w 13991"/>
                <a:gd name="T39" fmla="*/ 166454883 h 18411"/>
                <a:gd name="T40" fmla="*/ 240179081 w 13991"/>
                <a:gd name="T41" fmla="*/ 186724495 h 18411"/>
                <a:gd name="T42" fmla="*/ 272580108 w 13991"/>
                <a:gd name="T43" fmla="*/ 181361138 h 18411"/>
                <a:gd name="T44" fmla="*/ 290460330 w 13991"/>
                <a:gd name="T45" fmla="*/ 182201747 h 18411"/>
                <a:gd name="T46" fmla="*/ 308804754 w 13991"/>
                <a:gd name="T47" fmla="*/ 171759044 h 18411"/>
                <a:gd name="T48" fmla="*/ 303036179 w 13991"/>
                <a:gd name="T49" fmla="*/ 157054100 h 18411"/>
                <a:gd name="T50" fmla="*/ 299256854 w 13991"/>
                <a:gd name="T51" fmla="*/ 118752583 h 18411"/>
                <a:gd name="T52" fmla="*/ 308473138 w 13991"/>
                <a:gd name="T53" fmla="*/ 108321823 h 18411"/>
                <a:gd name="T54" fmla="*/ 309224663 w 13991"/>
                <a:gd name="T55" fmla="*/ 81765217 h 18411"/>
                <a:gd name="T56" fmla="*/ 291079119 w 13991"/>
                <a:gd name="T57" fmla="*/ 63212406 h 18411"/>
                <a:gd name="T58" fmla="*/ 295676410 w 13991"/>
                <a:gd name="T59" fmla="*/ 49478311 h 18411"/>
                <a:gd name="T60" fmla="*/ 293775600 w 13991"/>
                <a:gd name="T61" fmla="*/ 41474626 h 18411"/>
                <a:gd name="T62" fmla="*/ 272491667 w 13991"/>
                <a:gd name="T63" fmla="*/ 31789723 h 18411"/>
                <a:gd name="T64" fmla="*/ 266192743 w 13991"/>
                <a:gd name="T65" fmla="*/ 16966379 h 18411"/>
                <a:gd name="T66" fmla="*/ 122553846 w 13991"/>
                <a:gd name="T67" fmla="*/ 18422673 h 18411"/>
                <a:gd name="T68" fmla="*/ 111304164 w 13991"/>
                <a:gd name="T69" fmla="*/ 11105726 h 18411"/>
                <a:gd name="T70" fmla="*/ 100783711 w 13991"/>
                <a:gd name="T71" fmla="*/ 13757807 h 18411"/>
                <a:gd name="T72" fmla="*/ 80560623 w 13991"/>
                <a:gd name="T73" fmla="*/ 0 h 18411"/>
                <a:gd name="T74" fmla="*/ 0 w 13991"/>
                <a:gd name="T75" fmla="*/ 78769820 h 184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991"/>
                <a:gd name="T115" fmla="*/ 0 h 18411"/>
                <a:gd name="T116" fmla="*/ 13991 w 13991"/>
                <a:gd name="T117" fmla="*/ 18411 h 184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991" h="18411" fill="norm" stroke="1" extrusionOk="0">
                  <a:moveTo>
                    <a:pt x="0" y="6653"/>
                  </a:moveTo>
                  <a:lnTo>
                    <a:pt x="841" y="8629"/>
                  </a:lnTo>
                  <a:lnTo>
                    <a:pt x="1538" y="9864"/>
                  </a:lnTo>
                  <a:lnTo>
                    <a:pt x="1965" y="10321"/>
                  </a:lnTo>
                  <a:lnTo>
                    <a:pt x="2691" y="10243"/>
                  </a:lnTo>
                  <a:lnTo>
                    <a:pt x="2841" y="11828"/>
                  </a:lnTo>
                  <a:cubicBezTo>
                    <a:pt x="2822" y="12512"/>
                    <a:pt x="2802" y="13196"/>
                    <a:pt x="2783" y="13880"/>
                  </a:cubicBezTo>
                  <a:lnTo>
                    <a:pt x="3237" y="14697"/>
                  </a:lnTo>
                  <a:cubicBezTo>
                    <a:pt x="3204" y="15050"/>
                    <a:pt x="3171" y="15404"/>
                    <a:pt x="3138" y="15757"/>
                  </a:cubicBezTo>
                  <a:lnTo>
                    <a:pt x="3565" y="16700"/>
                  </a:lnTo>
                  <a:lnTo>
                    <a:pt x="5514" y="16593"/>
                  </a:lnTo>
                  <a:lnTo>
                    <a:pt x="6061" y="17351"/>
                  </a:lnTo>
                  <a:lnTo>
                    <a:pt x="6616" y="18411"/>
                  </a:lnTo>
                  <a:lnTo>
                    <a:pt x="7114" y="17711"/>
                  </a:lnTo>
                  <a:cubicBezTo>
                    <a:pt x="7109" y="17380"/>
                    <a:pt x="7105" y="17050"/>
                    <a:pt x="7100" y="16719"/>
                  </a:cubicBezTo>
                  <a:lnTo>
                    <a:pt x="7669" y="16653"/>
                  </a:lnTo>
                  <a:cubicBezTo>
                    <a:pt x="7670" y="16180"/>
                    <a:pt x="7670" y="15708"/>
                    <a:pt x="7671" y="15235"/>
                  </a:cubicBezTo>
                  <a:lnTo>
                    <a:pt x="8056" y="14146"/>
                  </a:lnTo>
                  <a:lnTo>
                    <a:pt x="8801" y="13562"/>
                  </a:lnTo>
                  <a:lnTo>
                    <a:pt x="9549" y="14059"/>
                  </a:lnTo>
                  <a:lnTo>
                    <a:pt x="10867" y="15771"/>
                  </a:lnTo>
                  <a:lnTo>
                    <a:pt x="12333" y="15318"/>
                  </a:lnTo>
                  <a:lnTo>
                    <a:pt x="13142" y="15389"/>
                  </a:lnTo>
                  <a:lnTo>
                    <a:pt x="13972" y="14507"/>
                  </a:lnTo>
                  <a:lnTo>
                    <a:pt x="13711" y="13265"/>
                  </a:lnTo>
                  <a:lnTo>
                    <a:pt x="13540" y="10030"/>
                  </a:lnTo>
                  <a:lnTo>
                    <a:pt x="13957" y="9149"/>
                  </a:lnTo>
                  <a:cubicBezTo>
                    <a:pt x="13968" y="8401"/>
                    <a:pt x="13980" y="7654"/>
                    <a:pt x="13991" y="6906"/>
                  </a:cubicBezTo>
                  <a:lnTo>
                    <a:pt x="13170" y="5339"/>
                  </a:lnTo>
                  <a:cubicBezTo>
                    <a:pt x="13239" y="4952"/>
                    <a:pt x="13309" y="4566"/>
                    <a:pt x="13378" y="4179"/>
                  </a:cubicBezTo>
                  <a:cubicBezTo>
                    <a:pt x="13349" y="3954"/>
                    <a:pt x="13321" y="3728"/>
                    <a:pt x="13292" y="3503"/>
                  </a:cubicBezTo>
                  <a:lnTo>
                    <a:pt x="12329" y="2685"/>
                  </a:lnTo>
                  <a:lnTo>
                    <a:pt x="12044" y="1433"/>
                  </a:lnTo>
                  <a:lnTo>
                    <a:pt x="5545" y="1556"/>
                  </a:lnTo>
                  <a:lnTo>
                    <a:pt x="5036" y="938"/>
                  </a:lnTo>
                  <a:lnTo>
                    <a:pt x="4560" y="1162"/>
                  </a:lnTo>
                  <a:lnTo>
                    <a:pt x="3645" y="0"/>
                  </a:lnTo>
                  <a:lnTo>
                    <a:pt x="0" y="6653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5" descr="casablanca"/>
            <p:cNvSpPr/>
            <p:nvPr/>
          </p:nvSpPr>
          <p:spPr bwMode="auto">
            <a:xfrm>
              <a:off x="3468688" y="1947863"/>
              <a:ext cx="650875" cy="509587"/>
            </a:xfrm>
            <a:custGeom>
              <a:avLst/>
              <a:gdLst>
                <a:gd name="T0" fmla="*/ 222722112 w 21893"/>
                <a:gd name="T1" fmla="*/ 0 h 23403"/>
                <a:gd name="T2" fmla="*/ 241321085 w 21893"/>
                <a:gd name="T3" fmla="*/ 23393386 h 23403"/>
                <a:gd name="T4" fmla="*/ 256735335 w 21893"/>
                <a:gd name="T5" fmla="*/ 38014309 h 23403"/>
                <a:gd name="T6" fmla="*/ 266178561 w 21893"/>
                <a:gd name="T7" fmla="*/ 43424607 h 23403"/>
                <a:gd name="T8" fmla="*/ 282234098 w 21893"/>
                <a:gd name="T9" fmla="*/ 42501185 h 23403"/>
                <a:gd name="T10" fmla="*/ 285551482 w 21893"/>
                <a:gd name="T11" fmla="*/ 61265603 h 23403"/>
                <a:gd name="T12" fmla="*/ 284268758 w 21893"/>
                <a:gd name="T13" fmla="*/ 85558795 h 23403"/>
                <a:gd name="T14" fmla="*/ 294309102 w 21893"/>
                <a:gd name="T15" fmla="*/ 95231070 h 23403"/>
                <a:gd name="T16" fmla="*/ 292119622 w 21893"/>
                <a:gd name="T17" fmla="*/ 107780133 h 23403"/>
                <a:gd name="T18" fmla="*/ 301562849 w 21893"/>
                <a:gd name="T19" fmla="*/ 118944144 h 23403"/>
                <a:gd name="T20" fmla="*/ 344665415 w 21893"/>
                <a:gd name="T21" fmla="*/ 117677443 h 23403"/>
                <a:gd name="T22" fmla="*/ 356762430 w 21893"/>
                <a:gd name="T23" fmla="*/ 126651194 h 23403"/>
                <a:gd name="T24" fmla="*/ 369036423 w 21893"/>
                <a:gd name="T25" fmla="*/ 139200257 h 23403"/>
                <a:gd name="T26" fmla="*/ 380049554 w 21893"/>
                <a:gd name="T27" fmla="*/ 130913171 h 23403"/>
                <a:gd name="T28" fmla="*/ 379740213 w 21893"/>
                <a:gd name="T29" fmla="*/ 119169042 h 23403"/>
                <a:gd name="T30" fmla="*/ 392323547 w 21893"/>
                <a:gd name="T31" fmla="*/ 118387718 h 23403"/>
                <a:gd name="T32" fmla="*/ 419304024 w 21893"/>
                <a:gd name="T33" fmla="*/ 136347079 h 23403"/>
                <a:gd name="T34" fmla="*/ 457386567 w 21893"/>
                <a:gd name="T35" fmla="*/ 156117816 h 23403"/>
                <a:gd name="T36" fmla="*/ 484168054 w 21893"/>
                <a:gd name="T37" fmla="*/ 189633377 h 23403"/>
                <a:gd name="T38" fmla="*/ 481580596 w 21893"/>
                <a:gd name="T39" fmla="*/ 199270182 h 23403"/>
                <a:gd name="T40" fmla="*/ 471296795 w 21893"/>
                <a:gd name="T41" fmla="*/ 208800358 h 23403"/>
                <a:gd name="T42" fmla="*/ 464463335 w 21893"/>
                <a:gd name="T43" fmla="*/ 218697641 h 23403"/>
                <a:gd name="T44" fmla="*/ 425761813 w 21893"/>
                <a:gd name="T45" fmla="*/ 217276982 h 23403"/>
                <a:gd name="T46" fmla="*/ 381841054 w 21893"/>
                <a:gd name="T47" fmla="*/ 216696837 h 23403"/>
                <a:gd name="T48" fmla="*/ 361738357 w 21893"/>
                <a:gd name="T49" fmla="*/ 227126826 h 23403"/>
                <a:gd name="T50" fmla="*/ 333585657 w 21893"/>
                <a:gd name="T51" fmla="*/ 228097579 h 23403"/>
                <a:gd name="T52" fmla="*/ 301872487 w 21893"/>
                <a:gd name="T53" fmla="*/ 227257065 h 23403"/>
                <a:gd name="T54" fmla="*/ 278408235 w 21893"/>
                <a:gd name="T55" fmla="*/ 234656362 h 23403"/>
                <a:gd name="T56" fmla="*/ 259389123 w 21893"/>
                <a:gd name="T57" fmla="*/ 249620447 h 23403"/>
                <a:gd name="T58" fmla="*/ 256691165 w 21893"/>
                <a:gd name="T59" fmla="*/ 264904200 h 23403"/>
                <a:gd name="T60" fmla="*/ 250675822 w 21893"/>
                <a:gd name="T61" fmla="*/ 270350077 h 23403"/>
                <a:gd name="T62" fmla="*/ 239441244 w 21893"/>
                <a:gd name="T63" fmla="*/ 272871728 h 23403"/>
                <a:gd name="T64" fmla="*/ 229931688 w 21893"/>
                <a:gd name="T65" fmla="*/ 277062655 h 23403"/>
                <a:gd name="T66" fmla="*/ 218166472 w 21893"/>
                <a:gd name="T67" fmla="*/ 273073016 h 23403"/>
                <a:gd name="T68" fmla="*/ 178182225 w 21893"/>
                <a:gd name="T69" fmla="*/ 271534087 h 23403"/>
                <a:gd name="T70" fmla="*/ 151046744 w 21893"/>
                <a:gd name="T71" fmla="*/ 271001163 h 23403"/>
                <a:gd name="T72" fmla="*/ 132890217 w 21893"/>
                <a:gd name="T73" fmla="*/ 267946806 h 23403"/>
                <a:gd name="T74" fmla="*/ 114556711 w 21893"/>
                <a:gd name="T75" fmla="*/ 262441739 h 23403"/>
                <a:gd name="T76" fmla="*/ 105953910 w 21893"/>
                <a:gd name="T77" fmla="*/ 248637943 h 23403"/>
                <a:gd name="T78" fmla="*/ 96930971 w 21893"/>
                <a:gd name="T79" fmla="*/ 236846376 h 23403"/>
                <a:gd name="T80" fmla="*/ 65483028 w 21893"/>
                <a:gd name="T81" fmla="*/ 228097579 h 23403"/>
                <a:gd name="T82" fmla="*/ 40293903 w 21893"/>
                <a:gd name="T83" fmla="*/ 217336172 h 23403"/>
                <a:gd name="T84" fmla="*/ 38922681 w 21893"/>
                <a:gd name="T85" fmla="*/ 204716059 h 23403"/>
                <a:gd name="T86" fmla="*/ 23243112 w 21893"/>
                <a:gd name="T87" fmla="*/ 196748531 h 23403"/>
                <a:gd name="T88" fmla="*/ 15657563 w 21893"/>
                <a:gd name="T89" fmla="*/ 183358845 h 23403"/>
                <a:gd name="T90" fmla="*/ 9686388 w 21893"/>
                <a:gd name="T91" fmla="*/ 172514529 h 23403"/>
                <a:gd name="T92" fmla="*/ 1548044 w 21893"/>
                <a:gd name="T93" fmla="*/ 160971798 h 23403"/>
                <a:gd name="T94" fmla="*/ 0 w 21893"/>
                <a:gd name="T95" fmla="*/ 122199789 h 23403"/>
                <a:gd name="T96" fmla="*/ 18819979 w 21893"/>
                <a:gd name="T97" fmla="*/ 100842656 h 23403"/>
                <a:gd name="T98" fmla="*/ 29081476 w 21893"/>
                <a:gd name="T99" fmla="*/ 92673840 h 23403"/>
                <a:gd name="T100" fmla="*/ 27975731 w 21893"/>
                <a:gd name="T101" fmla="*/ 64142500 h 23403"/>
                <a:gd name="T102" fmla="*/ 33239137 w 21893"/>
                <a:gd name="T103" fmla="*/ 61739229 h 23403"/>
                <a:gd name="T104" fmla="*/ 48144768 w 21893"/>
                <a:gd name="T105" fmla="*/ 72678205 h 23403"/>
                <a:gd name="T106" fmla="*/ 63072549 w 21893"/>
                <a:gd name="T107" fmla="*/ 73021591 h 23403"/>
                <a:gd name="T108" fmla="*/ 109027986 w 21893"/>
                <a:gd name="T109" fmla="*/ 109402080 h 23403"/>
                <a:gd name="T110" fmla="*/ 135521994 w 21893"/>
                <a:gd name="T111" fmla="*/ 90175909 h 23403"/>
                <a:gd name="T112" fmla="*/ 168650510 w 21893"/>
                <a:gd name="T113" fmla="*/ 79994538 h 23403"/>
                <a:gd name="T114" fmla="*/ 167765914 w 21893"/>
                <a:gd name="T115" fmla="*/ 44880737 h 23403"/>
                <a:gd name="T116" fmla="*/ 184064908 w 21893"/>
                <a:gd name="T117" fmla="*/ 33018338 h 23403"/>
                <a:gd name="T118" fmla="*/ 188134079 w 21893"/>
                <a:gd name="T119" fmla="*/ 11317836 h 23403"/>
                <a:gd name="T120" fmla="*/ 222722112 w 21893"/>
                <a:gd name="T121" fmla="*/ 0 h 2340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1893"/>
                <a:gd name="T184" fmla="*/ 0 h 23403"/>
                <a:gd name="T185" fmla="*/ 21893 w 21893"/>
                <a:gd name="T186" fmla="*/ 23403 h 2340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1893" h="23403" fill="norm" stroke="1" extrusionOk="0">
                  <a:moveTo>
                    <a:pt x="10071" y="0"/>
                  </a:moveTo>
                  <a:lnTo>
                    <a:pt x="10912" y="1976"/>
                  </a:lnTo>
                  <a:lnTo>
                    <a:pt x="11609" y="3211"/>
                  </a:lnTo>
                  <a:lnTo>
                    <a:pt x="12036" y="3668"/>
                  </a:lnTo>
                  <a:lnTo>
                    <a:pt x="12762" y="3590"/>
                  </a:lnTo>
                  <a:lnTo>
                    <a:pt x="12912" y="5175"/>
                  </a:lnTo>
                  <a:cubicBezTo>
                    <a:pt x="12893" y="5859"/>
                    <a:pt x="12873" y="6543"/>
                    <a:pt x="12854" y="7227"/>
                  </a:cubicBezTo>
                  <a:lnTo>
                    <a:pt x="13308" y="8044"/>
                  </a:lnTo>
                  <a:cubicBezTo>
                    <a:pt x="13275" y="8397"/>
                    <a:pt x="13242" y="8751"/>
                    <a:pt x="13209" y="9104"/>
                  </a:cubicBezTo>
                  <a:lnTo>
                    <a:pt x="13636" y="10047"/>
                  </a:lnTo>
                  <a:lnTo>
                    <a:pt x="15585" y="9940"/>
                  </a:lnTo>
                  <a:lnTo>
                    <a:pt x="16132" y="10698"/>
                  </a:lnTo>
                  <a:lnTo>
                    <a:pt x="16687" y="11758"/>
                  </a:lnTo>
                  <a:lnTo>
                    <a:pt x="17185" y="11058"/>
                  </a:lnTo>
                  <a:cubicBezTo>
                    <a:pt x="17180" y="10727"/>
                    <a:pt x="17176" y="10397"/>
                    <a:pt x="17171" y="10066"/>
                  </a:cubicBezTo>
                  <a:lnTo>
                    <a:pt x="17740" y="10000"/>
                  </a:lnTo>
                  <a:lnTo>
                    <a:pt x="18960" y="11517"/>
                  </a:lnTo>
                  <a:lnTo>
                    <a:pt x="20682" y="13187"/>
                  </a:lnTo>
                  <a:lnTo>
                    <a:pt x="21893" y="16018"/>
                  </a:lnTo>
                  <a:lnTo>
                    <a:pt x="21776" y="16832"/>
                  </a:lnTo>
                  <a:lnTo>
                    <a:pt x="21311" y="17637"/>
                  </a:lnTo>
                  <a:lnTo>
                    <a:pt x="21002" y="18473"/>
                  </a:lnTo>
                  <a:lnTo>
                    <a:pt x="19252" y="18353"/>
                  </a:lnTo>
                  <a:lnTo>
                    <a:pt x="17266" y="18304"/>
                  </a:lnTo>
                  <a:lnTo>
                    <a:pt x="16357" y="19185"/>
                  </a:lnTo>
                  <a:lnTo>
                    <a:pt x="15084" y="19267"/>
                  </a:lnTo>
                  <a:lnTo>
                    <a:pt x="13650" y="19196"/>
                  </a:lnTo>
                  <a:lnTo>
                    <a:pt x="12589" y="19821"/>
                  </a:lnTo>
                  <a:lnTo>
                    <a:pt x="11729" y="21085"/>
                  </a:lnTo>
                  <a:cubicBezTo>
                    <a:pt x="11688" y="21515"/>
                    <a:pt x="11648" y="21946"/>
                    <a:pt x="11607" y="22376"/>
                  </a:cubicBezTo>
                  <a:lnTo>
                    <a:pt x="11335" y="22836"/>
                  </a:lnTo>
                  <a:lnTo>
                    <a:pt x="10827" y="23049"/>
                  </a:lnTo>
                  <a:lnTo>
                    <a:pt x="10397" y="23403"/>
                  </a:lnTo>
                  <a:lnTo>
                    <a:pt x="9865" y="23066"/>
                  </a:lnTo>
                  <a:lnTo>
                    <a:pt x="8057" y="22936"/>
                  </a:lnTo>
                  <a:lnTo>
                    <a:pt x="6830" y="22891"/>
                  </a:lnTo>
                  <a:lnTo>
                    <a:pt x="6009" y="22633"/>
                  </a:lnTo>
                  <a:lnTo>
                    <a:pt x="5180" y="22168"/>
                  </a:lnTo>
                  <a:lnTo>
                    <a:pt x="4791" y="21002"/>
                  </a:lnTo>
                  <a:lnTo>
                    <a:pt x="4383" y="20006"/>
                  </a:lnTo>
                  <a:lnTo>
                    <a:pt x="2961" y="19267"/>
                  </a:lnTo>
                  <a:lnTo>
                    <a:pt x="1822" y="18358"/>
                  </a:lnTo>
                  <a:cubicBezTo>
                    <a:pt x="1801" y="18003"/>
                    <a:pt x="1781" y="17647"/>
                    <a:pt x="1760" y="17292"/>
                  </a:cubicBezTo>
                  <a:lnTo>
                    <a:pt x="1051" y="16619"/>
                  </a:lnTo>
                  <a:lnTo>
                    <a:pt x="708" y="15488"/>
                  </a:lnTo>
                  <a:lnTo>
                    <a:pt x="438" y="14572"/>
                  </a:lnTo>
                  <a:lnTo>
                    <a:pt x="70" y="13597"/>
                  </a:lnTo>
                  <a:cubicBezTo>
                    <a:pt x="47" y="12505"/>
                    <a:pt x="23" y="11414"/>
                    <a:pt x="0" y="10322"/>
                  </a:cubicBezTo>
                  <a:lnTo>
                    <a:pt x="851" y="8518"/>
                  </a:lnTo>
                  <a:lnTo>
                    <a:pt x="1315" y="7828"/>
                  </a:lnTo>
                  <a:cubicBezTo>
                    <a:pt x="1298" y="7025"/>
                    <a:pt x="1282" y="6221"/>
                    <a:pt x="1265" y="5418"/>
                  </a:cubicBezTo>
                  <a:lnTo>
                    <a:pt x="1503" y="5215"/>
                  </a:lnTo>
                  <a:lnTo>
                    <a:pt x="2177" y="6139"/>
                  </a:lnTo>
                  <a:lnTo>
                    <a:pt x="2852" y="6168"/>
                  </a:lnTo>
                  <a:lnTo>
                    <a:pt x="4930" y="9241"/>
                  </a:lnTo>
                  <a:lnTo>
                    <a:pt x="6128" y="7617"/>
                  </a:lnTo>
                  <a:lnTo>
                    <a:pt x="7626" y="6757"/>
                  </a:lnTo>
                  <a:cubicBezTo>
                    <a:pt x="7613" y="5768"/>
                    <a:pt x="7599" y="4780"/>
                    <a:pt x="7586" y="3791"/>
                  </a:cubicBezTo>
                  <a:lnTo>
                    <a:pt x="8323" y="2789"/>
                  </a:lnTo>
                  <a:cubicBezTo>
                    <a:pt x="8384" y="2178"/>
                    <a:pt x="8446" y="1567"/>
                    <a:pt x="8507" y="956"/>
                  </a:cubicBezTo>
                  <a:lnTo>
                    <a:pt x="10071" y="0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4729163" y="1255713"/>
              <a:ext cx="933450" cy="1371600"/>
            </a:xfrm>
            <a:custGeom>
              <a:avLst/>
              <a:gdLst>
                <a:gd name="T0" fmla="*/ 0 w 31228"/>
                <a:gd name="T1" fmla="*/ 0 h 64117"/>
                <a:gd name="T2" fmla="*/ 31228 w 31228"/>
                <a:gd name="T3" fmla="*/ 64117 h 64117"/>
              </a:gdLst>
              <a:ahLst/>
              <a:cxnLst>
                <a:cxn ang="0">
                  <a:pos x="16531" y="6398"/>
                </a:cxn>
                <a:cxn ang="0">
                  <a:pos x="13638" y="5939"/>
                </a:cxn>
                <a:cxn ang="0">
                  <a:pos x="9851" y="5679"/>
                </a:cxn>
                <a:cxn ang="0">
                  <a:pos x="8869" y="1024"/>
                </a:cxn>
                <a:cxn ang="0">
                  <a:pos x="7666" y="1296"/>
                </a:cxn>
                <a:cxn ang="0">
                  <a:pos x="5339" y="5899"/>
                </a:cxn>
                <a:cxn ang="0">
                  <a:pos x="3160" y="5394"/>
                </a:cxn>
                <a:cxn ang="0">
                  <a:pos x="573" y="4831"/>
                </a:cxn>
                <a:cxn ang="0">
                  <a:pos x="196" y="7488"/>
                </a:cxn>
                <a:cxn ang="0">
                  <a:pos x="536" y="9537"/>
                </a:cxn>
                <a:cxn ang="0">
                  <a:pos x="2454" y="12875"/>
                </a:cxn>
                <a:cxn ang="0">
                  <a:pos x="3164" y="15923"/>
                </a:cxn>
                <a:cxn ang="0">
                  <a:pos x="5471" y="14705"/>
                </a:cxn>
                <a:cxn ang="0">
                  <a:pos x="7363" y="14232"/>
                </a:cxn>
                <a:cxn ang="0">
                  <a:pos x="9131" y="15339"/>
                </a:cxn>
                <a:cxn ang="0">
                  <a:pos x="7820" y="23223"/>
                </a:cxn>
                <a:cxn ang="0">
                  <a:pos x="7562" y="27798"/>
                </a:cxn>
                <a:cxn ang="0">
                  <a:pos x="8099" y="30830"/>
                </a:cxn>
                <a:cxn ang="0">
                  <a:pos x="7784" y="33872"/>
                </a:cxn>
                <a:cxn ang="0">
                  <a:pos x="8343" y="36611"/>
                </a:cxn>
                <a:cxn ang="0">
                  <a:pos x="10673" y="39846"/>
                </a:cxn>
                <a:cxn ang="0">
                  <a:pos x="8762" y="41258"/>
                </a:cxn>
                <a:cxn ang="0">
                  <a:pos x="5256" y="41836"/>
                </a:cxn>
                <a:cxn ang="0">
                  <a:pos x="2188" y="45070"/>
                </a:cxn>
                <a:cxn ang="0">
                  <a:pos x="539" y="49748"/>
                </a:cxn>
                <a:cxn ang="0">
                  <a:pos x="1033" y="51279"/>
                </a:cxn>
                <a:cxn ang="0">
                  <a:pos x="2080" y="53066"/>
                </a:cxn>
                <a:cxn ang="0">
                  <a:pos x="2280" y="54907"/>
                </a:cxn>
                <a:cxn ang="0">
                  <a:pos x="2658" y="55955"/>
                </a:cxn>
                <a:cxn ang="0">
                  <a:pos x="6216" y="57817"/>
                </a:cxn>
                <a:cxn ang="0">
                  <a:pos x="8685" y="58341"/>
                </a:cxn>
                <a:cxn ang="0">
                  <a:pos x="9409" y="64117"/>
                </a:cxn>
                <a:cxn ang="0">
                  <a:pos x="11844" y="63374"/>
                </a:cxn>
                <a:cxn ang="0">
                  <a:pos x="13485" y="61690"/>
                </a:cxn>
                <a:cxn ang="0">
                  <a:pos x="15988" y="57784"/>
                </a:cxn>
                <a:cxn ang="0">
                  <a:pos x="21163" y="56812"/>
                </a:cxn>
                <a:cxn ang="0">
                  <a:pos x="25052" y="56243"/>
                </a:cxn>
                <a:cxn ang="0">
                  <a:pos x="26981" y="56191"/>
                </a:cxn>
                <a:cxn ang="0">
                  <a:pos x="28735" y="56684"/>
                </a:cxn>
                <a:cxn ang="0">
                  <a:pos x="30787" y="56346"/>
                </a:cxn>
                <a:cxn ang="0">
                  <a:pos x="30395" y="53647"/>
                </a:cxn>
                <a:cxn ang="0">
                  <a:pos x="31228" y="49813"/>
                </a:cxn>
                <a:cxn ang="0">
                  <a:pos x="28345" y="45306"/>
                </a:cxn>
                <a:cxn ang="0">
                  <a:pos x="25316" y="38296"/>
                </a:cxn>
                <a:cxn ang="0">
                  <a:pos x="23779" y="35935"/>
                </a:cxn>
                <a:cxn ang="0">
                  <a:pos x="22689" y="29279"/>
                </a:cxn>
                <a:cxn ang="0">
                  <a:pos x="22796" y="25441"/>
                </a:cxn>
                <a:cxn ang="0">
                  <a:pos x="22520" y="22266"/>
                </a:cxn>
                <a:cxn ang="0">
                  <a:pos x="22192" y="18858"/>
                </a:cxn>
                <a:cxn ang="0">
                  <a:pos x="20686" y="13315"/>
                </a:cxn>
                <a:cxn ang="0">
                  <a:pos x="19124" y="9947"/>
                </a:cxn>
                <a:cxn ang="0">
                  <a:pos x="17263" y="6679"/>
                </a:cxn>
              </a:cxnLst>
              <a:rect l="T0" t="T1" r="T2" b="T3"/>
              <a:pathLst>
                <a:path w="31228" h="64117" fill="norm" stroke="1" extrusionOk="0">
                  <a:moveTo>
                    <a:pt x="17263" y="6679"/>
                  </a:moveTo>
                  <a:lnTo>
                    <a:pt x="16531" y="6398"/>
                  </a:lnTo>
                  <a:lnTo>
                    <a:pt x="15354" y="5369"/>
                  </a:lnTo>
                  <a:lnTo>
                    <a:pt x="13638" y="5939"/>
                  </a:lnTo>
                  <a:lnTo>
                    <a:pt x="11390" y="6437"/>
                  </a:lnTo>
                  <a:lnTo>
                    <a:pt x="9851" y="5679"/>
                  </a:lnTo>
                  <a:lnTo>
                    <a:pt x="9017" y="4105"/>
                  </a:lnTo>
                  <a:cubicBezTo>
                    <a:pt x="8968" y="3078"/>
                    <a:pt x="8918" y="2051"/>
                    <a:pt x="8869" y="1024"/>
                  </a:cubicBezTo>
                  <a:lnTo>
                    <a:pt x="8357" y="0"/>
                  </a:lnTo>
                  <a:lnTo>
                    <a:pt x="7666" y="1296"/>
                  </a:lnTo>
                  <a:lnTo>
                    <a:pt x="7276" y="3763"/>
                  </a:lnTo>
                  <a:lnTo>
                    <a:pt x="5339" y="5899"/>
                  </a:lnTo>
                  <a:lnTo>
                    <a:pt x="4468" y="6003"/>
                  </a:lnTo>
                  <a:lnTo>
                    <a:pt x="3160" y="5394"/>
                  </a:lnTo>
                  <a:lnTo>
                    <a:pt x="2311" y="4721"/>
                  </a:lnTo>
                  <a:lnTo>
                    <a:pt x="573" y="4831"/>
                  </a:lnTo>
                  <a:lnTo>
                    <a:pt x="0" y="6232"/>
                  </a:lnTo>
                  <a:cubicBezTo>
                    <a:pt x="65" y="6651"/>
                    <a:pt x="131" y="7069"/>
                    <a:pt x="196" y="7488"/>
                  </a:cubicBezTo>
                  <a:cubicBezTo>
                    <a:pt x="205" y="7915"/>
                    <a:pt x="215" y="8341"/>
                    <a:pt x="224" y="8768"/>
                  </a:cubicBezTo>
                  <a:lnTo>
                    <a:pt x="536" y="9537"/>
                  </a:lnTo>
                  <a:cubicBezTo>
                    <a:pt x="559" y="10152"/>
                    <a:pt x="583" y="10767"/>
                    <a:pt x="606" y="11382"/>
                  </a:cubicBezTo>
                  <a:lnTo>
                    <a:pt x="2454" y="12875"/>
                  </a:lnTo>
                  <a:cubicBezTo>
                    <a:pt x="2467" y="13440"/>
                    <a:pt x="2578" y="14101"/>
                    <a:pt x="2591" y="14666"/>
                  </a:cubicBezTo>
                  <a:lnTo>
                    <a:pt x="3164" y="15923"/>
                  </a:lnTo>
                  <a:lnTo>
                    <a:pt x="4467" y="16039"/>
                  </a:lnTo>
                  <a:lnTo>
                    <a:pt x="5471" y="14705"/>
                  </a:lnTo>
                  <a:lnTo>
                    <a:pt x="6598" y="13570"/>
                  </a:lnTo>
                  <a:lnTo>
                    <a:pt x="7363" y="14232"/>
                  </a:lnTo>
                  <a:lnTo>
                    <a:pt x="8288" y="14060"/>
                  </a:lnTo>
                  <a:lnTo>
                    <a:pt x="9131" y="15339"/>
                  </a:lnTo>
                  <a:lnTo>
                    <a:pt x="6758" y="19145"/>
                  </a:lnTo>
                  <a:lnTo>
                    <a:pt x="7820" y="23223"/>
                  </a:lnTo>
                  <a:lnTo>
                    <a:pt x="7001" y="26073"/>
                  </a:lnTo>
                  <a:lnTo>
                    <a:pt x="7562" y="27798"/>
                  </a:lnTo>
                  <a:lnTo>
                    <a:pt x="8196" y="29372"/>
                  </a:lnTo>
                  <a:cubicBezTo>
                    <a:pt x="8164" y="29858"/>
                    <a:pt x="8131" y="30344"/>
                    <a:pt x="8099" y="30830"/>
                  </a:cubicBezTo>
                  <a:cubicBezTo>
                    <a:pt x="8052" y="31253"/>
                    <a:pt x="8004" y="31676"/>
                    <a:pt x="7957" y="32099"/>
                  </a:cubicBezTo>
                  <a:cubicBezTo>
                    <a:pt x="7899" y="32690"/>
                    <a:pt x="7842" y="33281"/>
                    <a:pt x="7784" y="33872"/>
                  </a:cubicBezTo>
                  <a:lnTo>
                    <a:pt x="8033" y="35187"/>
                  </a:lnTo>
                  <a:cubicBezTo>
                    <a:pt x="8136" y="35662"/>
                    <a:pt x="8240" y="36136"/>
                    <a:pt x="8343" y="36611"/>
                  </a:cubicBezTo>
                  <a:lnTo>
                    <a:pt x="9331" y="38130"/>
                  </a:lnTo>
                  <a:lnTo>
                    <a:pt x="10673" y="39846"/>
                  </a:lnTo>
                  <a:lnTo>
                    <a:pt x="9981" y="41308"/>
                  </a:lnTo>
                  <a:lnTo>
                    <a:pt x="8762" y="41258"/>
                  </a:lnTo>
                  <a:lnTo>
                    <a:pt x="7992" y="41775"/>
                  </a:lnTo>
                  <a:lnTo>
                    <a:pt x="5256" y="41836"/>
                  </a:lnTo>
                  <a:lnTo>
                    <a:pt x="3686" y="42762"/>
                  </a:lnTo>
                  <a:lnTo>
                    <a:pt x="2188" y="45070"/>
                  </a:lnTo>
                  <a:lnTo>
                    <a:pt x="1316" y="47907"/>
                  </a:lnTo>
                  <a:lnTo>
                    <a:pt x="539" y="49748"/>
                  </a:lnTo>
                  <a:cubicBezTo>
                    <a:pt x="512" y="50028"/>
                    <a:pt x="484" y="50309"/>
                    <a:pt x="457" y="50589"/>
                  </a:cubicBezTo>
                  <a:lnTo>
                    <a:pt x="1033" y="51279"/>
                  </a:lnTo>
                  <a:lnTo>
                    <a:pt x="1666" y="52475"/>
                  </a:lnTo>
                  <a:lnTo>
                    <a:pt x="2080" y="53066"/>
                  </a:lnTo>
                  <a:cubicBezTo>
                    <a:pt x="2137" y="53340"/>
                    <a:pt x="2195" y="53615"/>
                    <a:pt x="2252" y="53889"/>
                  </a:cubicBezTo>
                  <a:cubicBezTo>
                    <a:pt x="2261" y="54228"/>
                    <a:pt x="2271" y="54568"/>
                    <a:pt x="2280" y="54907"/>
                  </a:cubicBezTo>
                  <a:lnTo>
                    <a:pt x="2789" y="55426"/>
                  </a:lnTo>
                  <a:cubicBezTo>
                    <a:pt x="2745" y="55602"/>
                    <a:pt x="2702" y="55779"/>
                    <a:pt x="2658" y="55955"/>
                  </a:cubicBezTo>
                  <a:lnTo>
                    <a:pt x="4105" y="57772"/>
                  </a:lnTo>
                  <a:lnTo>
                    <a:pt x="6216" y="57817"/>
                  </a:lnTo>
                  <a:lnTo>
                    <a:pt x="7307" y="58462"/>
                  </a:lnTo>
                  <a:lnTo>
                    <a:pt x="8685" y="58341"/>
                  </a:lnTo>
                  <a:cubicBezTo>
                    <a:pt x="8703" y="60095"/>
                    <a:pt x="8720" y="61848"/>
                    <a:pt x="8738" y="63602"/>
                  </a:cubicBezTo>
                  <a:lnTo>
                    <a:pt x="9409" y="64117"/>
                  </a:lnTo>
                  <a:lnTo>
                    <a:pt x="11079" y="63755"/>
                  </a:lnTo>
                  <a:lnTo>
                    <a:pt x="11844" y="63374"/>
                  </a:lnTo>
                  <a:lnTo>
                    <a:pt x="12535" y="63374"/>
                  </a:lnTo>
                  <a:lnTo>
                    <a:pt x="13485" y="61690"/>
                  </a:lnTo>
                  <a:cubicBezTo>
                    <a:pt x="13461" y="60680"/>
                    <a:pt x="13436" y="59670"/>
                    <a:pt x="13412" y="58660"/>
                  </a:cubicBezTo>
                  <a:lnTo>
                    <a:pt x="15988" y="57784"/>
                  </a:lnTo>
                  <a:lnTo>
                    <a:pt x="18474" y="57033"/>
                  </a:lnTo>
                  <a:lnTo>
                    <a:pt x="21163" y="56812"/>
                  </a:lnTo>
                  <a:lnTo>
                    <a:pt x="21938" y="56172"/>
                  </a:lnTo>
                  <a:lnTo>
                    <a:pt x="25052" y="56243"/>
                  </a:lnTo>
                  <a:lnTo>
                    <a:pt x="26212" y="55563"/>
                  </a:lnTo>
                  <a:lnTo>
                    <a:pt x="26981" y="56191"/>
                  </a:lnTo>
                  <a:lnTo>
                    <a:pt x="28096" y="56257"/>
                  </a:lnTo>
                  <a:lnTo>
                    <a:pt x="28735" y="56684"/>
                  </a:lnTo>
                  <a:lnTo>
                    <a:pt x="29732" y="56684"/>
                  </a:lnTo>
                  <a:lnTo>
                    <a:pt x="30787" y="56346"/>
                  </a:lnTo>
                  <a:cubicBezTo>
                    <a:pt x="30700" y="55910"/>
                    <a:pt x="30612" y="55475"/>
                    <a:pt x="30525" y="55039"/>
                  </a:cubicBezTo>
                  <a:cubicBezTo>
                    <a:pt x="30482" y="54575"/>
                    <a:pt x="30438" y="54111"/>
                    <a:pt x="30395" y="53647"/>
                  </a:cubicBezTo>
                  <a:cubicBezTo>
                    <a:pt x="30387" y="53146"/>
                    <a:pt x="30380" y="52646"/>
                    <a:pt x="30372" y="52145"/>
                  </a:cubicBezTo>
                  <a:lnTo>
                    <a:pt x="31228" y="49813"/>
                  </a:lnTo>
                  <a:lnTo>
                    <a:pt x="29704" y="47133"/>
                  </a:lnTo>
                  <a:lnTo>
                    <a:pt x="28345" y="45306"/>
                  </a:lnTo>
                  <a:lnTo>
                    <a:pt x="26008" y="42350"/>
                  </a:lnTo>
                  <a:lnTo>
                    <a:pt x="25316" y="38296"/>
                  </a:lnTo>
                  <a:lnTo>
                    <a:pt x="24650" y="37328"/>
                  </a:lnTo>
                  <a:lnTo>
                    <a:pt x="23779" y="35935"/>
                  </a:lnTo>
                  <a:cubicBezTo>
                    <a:pt x="23704" y="34558"/>
                    <a:pt x="23888" y="33386"/>
                    <a:pt x="23813" y="32009"/>
                  </a:cubicBezTo>
                  <a:lnTo>
                    <a:pt x="22689" y="29279"/>
                  </a:lnTo>
                  <a:lnTo>
                    <a:pt x="23217" y="26751"/>
                  </a:lnTo>
                  <a:lnTo>
                    <a:pt x="22796" y="25441"/>
                  </a:lnTo>
                  <a:cubicBezTo>
                    <a:pt x="22846" y="24772"/>
                    <a:pt x="22895" y="24102"/>
                    <a:pt x="22945" y="23433"/>
                  </a:cubicBezTo>
                  <a:lnTo>
                    <a:pt x="22520" y="22266"/>
                  </a:lnTo>
                  <a:cubicBezTo>
                    <a:pt x="22525" y="21637"/>
                    <a:pt x="22530" y="21007"/>
                    <a:pt x="22535" y="20378"/>
                  </a:cubicBezTo>
                  <a:cubicBezTo>
                    <a:pt x="22421" y="19871"/>
                    <a:pt x="22306" y="19365"/>
                    <a:pt x="22192" y="18858"/>
                  </a:cubicBezTo>
                  <a:lnTo>
                    <a:pt x="21451" y="15711"/>
                  </a:lnTo>
                  <a:lnTo>
                    <a:pt x="20686" y="13315"/>
                  </a:lnTo>
                  <a:cubicBezTo>
                    <a:pt x="20785" y="12888"/>
                    <a:pt x="20883" y="12461"/>
                    <a:pt x="20982" y="12034"/>
                  </a:cubicBezTo>
                  <a:lnTo>
                    <a:pt x="19124" y="9947"/>
                  </a:lnTo>
                  <a:lnTo>
                    <a:pt x="18224" y="8794"/>
                  </a:lnTo>
                  <a:lnTo>
                    <a:pt x="17263" y="6679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Freeform 5" descr="Tangier, Tetouane, Al Hoceima"/>
            <p:cNvSpPr/>
            <p:nvPr/>
          </p:nvSpPr>
          <p:spPr bwMode="auto">
            <a:xfrm>
              <a:off x="4024312" y="1173163"/>
              <a:ext cx="511175" cy="423862"/>
            </a:xfrm>
            <a:custGeom>
              <a:avLst/>
              <a:gdLst>
                <a:gd name="T0" fmla="*/ 55579584 w 14206"/>
                <a:gd name="T1" fmla="*/ 28054785 h 19931"/>
                <a:gd name="T2" fmla="*/ 0 w 14206"/>
                <a:gd name="T3" fmla="*/ 180126567 h 19931"/>
                <a:gd name="T4" fmla="*/ 56421226 w 14206"/>
                <a:gd name="T5" fmla="*/ 181357080 h 19931"/>
                <a:gd name="T6" fmla="*/ 117697822 w 14206"/>
                <a:gd name="T7" fmla="*/ 198664171 h 19931"/>
                <a:gd name="T8" fmla="*/ 187746878 w 14206"/>
                <a:gd name="T9" fmla="*/ 214627695 h 19931"/>
                <a:gd name="T10" fmla="*/ 201439543 w 14206"/>
                <a:gd name="T11" fmla="*/ 224969119 h 19931"/>
                <a:gd name="T12" fmla="*/ 279872464 w 14206"/>
                <a:gd name="T13" fmla="*/ 225014170 h 19931"/>
                <a:gd name="T14" fmla="*/ 283109497 w 14206"/>
                <a:gd name="T15" fmla="*/ 220464479 h 19931"/>
                <a:gd name="T16" fmla="*/ 326517799 w 14206"/>
                <a:gd name="T17" fmla="*/ 207368505 h 19931"/>
                <a:gd name="T18" fmla="*/ 383392119 w 14206"/>
                <a:gd name="T19" fmla="*/ 195345046 h 19931"/>
                <a:gd name="T20" fmla="*/ 428872145 w 14206"/>
                <a:gd name="T21" fmla="*/ 182203809 h 19931"/>
                <a:gd name="T22" fmla="*/ 448100034 w 14206"/>
                <a:gd name="T23" fmla="*/ 170033615 h 19931"/>
                <a:gd name="T24" fmla="*/ 459850291 w 14206"/>
                <a:gd name="T25" fmla="*/ 153832935 h 19931"/>
                <a:gd name="T26" fmla="*/ 456710412 w 14206"/>
                <a:gd name="T27" fmla="*/ 131976101 h 19931"/>
                <a:gd name="T28" fmla="*/ 336941002 w 14206"/>
                <a:gd name="T29" fmla="*/ 112377350 h 19931"/>
                <a:gd name="T30" fmla="*/ 282882803 w 14206"/>
                <a:gd name="T31" fmla="*/ 85180437 h 19931"/>
                <a:gd name="T32" fmla="*/ 226914806 w 14206"/>
                <a:gd name="T33" fmla="*/ 46287656 h 19931"/>
                <a:gd name="T34" fmla="*/ 208269661 w 14206"/>
                <a:gd name="T35" fmla="*/ 22037365 h 19931"/>
                <a:gd name="T36" fmla="*/ 217041963 w 14206"/>
                <a:gd name="T37" fmla="*/ 0 h 19931"/>
                <a:gd name="T38" fmla="*/ 191955137 w 14206"/>
                <a:gd name="T39" fmla="*/ 214524 h 19931"/>
                <a:gd name="T40" fmla="*/ 110090831 w 14206"/>
                <a:gd name="T41" fmla="*/ 17295728 h 19931"/>
                <a:gd name="T42" fmla="*/ 85748472 w 14206"/>
                <a:gd name="T43" fmla="*/ 19994017 h 19931"/>
                <a:gd name="T44" fmla="*/ 55579584 w 14206"/>
                <a:gd name="T45" fmla="*/ 28054785 h 1993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4206"/>
                <a:gd name="T70" fmla="*/ 0 h 19931"/>
                <a:gd name="T71" fmla="*/ 14206 w 14206"/>
                <a:gd name="T72" fmla="*/ 19931 h 1993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4206" h="19931" fill="norm" stroke="1" extrusionOk="0">
                  <a:moveTo>
                    <a:pt x="1717" y="2485"/>
                  </a:moveTo>
                  <a:lnTo>
                    <a:pt x="0" y="15955"/>
                  </a:lnTo>
                  <a:lnTo>
                    <a:pt x="1743" y="16064"/>
                  </a:lnTo>
                  <a:lnTo>
                    <a:pt x="3636" y="17597"/>
                  </a:lnTo>
                  <a:lnTo>
                    <a:pt x="5800" y="19011"/>
                  </a:lnTo>
                  <a:lnTo>
                    <a:pt x="6223" y="19927"/>
                  </a:lnTo>
                  <a:lnTo>
                    <a:pt x="8646" y="19931"/>
                  </a:lnTo>
                  <a:cubicBezTo>
                    <a:pt x="8679" y="19797"/>
                    <a:pt x="8713" y="19662"/>
                    <a:pt x="8746" y="19528"/>
                  </a:cubicBezTo>
                  <a:lnTo>
                    <a:pt x="10087" y="18368"/>
                  </a:lnTo>
                  <a:lnTo>
                    <a:pt x="11844" y="17303"/>
                  </a:lnTo>
                  <a:lnTo>
                    <a:pt x="13249" y="16139"/>
                  </a:lnTo>
                  <a:lnTo>
                    <a:pt x="13843" y="15061"/>
                  </a:lnTo>
                  <a:lnTo>
                    <a:pt x="14206" y="13626"/>
                  </a:lnTo>
                  <a:cubicBezTo>
                    <a:pt x="14174" y="12981"/>
                    <a:pt x="14141" y="12335"/>
                    <a:pt x="14109" y="11690"/>
                  </a:cubicBezTo>
                  <a:lnTo>
                    <a:pt x="10409" y="9954"/>
                  </a:lnTo>
                  <a:lnTo>
                    <a:pt x="8739" y="7545"/>
                  </a:lnTo>
                  <a:lnTo>
                    <a:pt x="7010" y="4100"/>
                  </a:lnTo>
                  <a:lnTo>
                    <a:pt x="6434" y="1952"/>
                  </a:lnTo>
                  <a:cubicBezTo>
                    <a:pt x="6524" y="1301"/>
                    <a:pt x="6615" y="651"/>
                    <a:pt x="6705" y="0"/>
                  </a:cubicBezTo>
                  <a:lnTo>
                    <a:pt x="5930" y="19"/>
                  </a:lnTo>
                  <a:lnTo>
                    <a:pt x="3401" y="1532"/>
                  </a:lnTo>
                  <a:lnTo>
                    <a:pt x="2649" y="1771"/>
                  </a:lnTo>
                  <a:lnTo>
                    <a:pt x="1717" y="2485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3876676" y="1511300"/>
              <a:ext cx="458788" cy="325437"/>
            </a:xfrm>
            <a:custGeom>
              <a:avLst/>
              <a:gdLst>
                <a:gd name="T0" fmla="*/ 0 w 12752"/>
                <a:gd name="T1" fmla="*/ 154787239 h 15320"/>
                <a:gd name="T2" fmla="*/ 61839702 w 12752"/>
                <a:gd name="T3" fmla="*/ 82116125 h 15320"/>
                <a:gd name="T4" fmla="*/ 99506548 w 12752"/>
                <a:gd name="T5" fmla="*/ 31787932 h 15320"/>
                <a:gd name="T6" fmla="*/ 132869541 w 12752"/>
                <a:gd name="T7" fmla="*/ 0 h 15320"/>
                <a:gd name="T8" fmla="*/ 189272680 w 12752"/>
                <a:gd name="T9" fmla="*/ 1229950 h 15320"/>
                <a:gd name="T10" fmla="*/ 250529882 w 12752"/>
                <a:gd name="T11" fmla="*/ 18528903 h 15320"/>
                <a:gd name="T12" fmla="*/ 320556641 w 12752"/>
                <a:gd name="T13" fmla="*/ 34484898 h 15320"/>
                <a:gd name="T14" fmla="*/ 334244885 w 12752"/>
                <a:gd name="T15" fmla="*/ 44821356 h 15320"/>
                <a:gd name="T16" fmla="*/ 412652552 w 12752"/>
                <a:gd name="T17" fmla="*/ 44866497 h 15320"/>
                <a:gd name="T18" fmla="*/ 400550024 w 12752"/>
                <a:gd name="T19" fmla="*/ 59592549 h 15320"/>
                <a:gd name="T20" fmla="*/ 376765635 w 12752"/>
                <a:gd name="T21" fmla="*/ 84260145 h 15320"/>
                <a:gd name="T22" fmla="*/ 348580188 w 12752"/>
                <a:gd name="T23" fmla="*/ 108228009 h 15320"/>
                <a:gd name="T24" fmla="*/ 330944114 w 12752"/>
                <a:gd name="T25" fmla="*/ 119230345 h 15320"/>
                <a:gd name="T26" fmla="*/ 346671033 w 12752"/>
                <a:gd name="T27" fmla="*/ 129860164 h 15320"/>
                <a:gd name="T28" fmla="*/ 352754677 w 12752"/>
                <a:gd name="T29" fmla="*/ 143107927 h 15320"/>
                <a:gd name="T30" fmla="*/ 342367024 w 12752"/>
                <a:gd name="T31" fmla="*/ 148400319 h 15320"/>
                <a:gd name="T32" fmla="*/ 324698570 w 12752"/>
                <a:gd name="T33" fmla="*/ 172740567 h 15320"/>
                <a:gd name="T34" fmla="*/ 317191109 w 12752"/>
                <a:gd name="T35" fmla="*/ 167290235 h 15320"/>
                <a:gd name="T36" fmla="*/ 303697144 w 12752"/>
                <a:gd name="T37" fmla="*/ 160418133 h 15320"/>
                <a:gd name="T38" fmla="*/ 284960873 w 12752"/>
                <a:gd name="T39" fmla="*/ 163002195 h 15320"/>
                <a:gd name="T40" fmla="*/ 266548040 w 12752"/>
                <a:gd name="T41" fmla="*/ 160282711 h 15320"/>
                <a:gd name="T42" fmla="*/ 270398910 w 12752"/>
                <a:gd name="T43" fmla="*/ 148084335 h 15320"/>
                <a:gd name="T44" fmla="*/ 250141503 w 12752"/>
                <a:gd name="T45" fmla="*/ 143841435 h 15320"/>
                <a:gd name="T46" fmla="*/ 228719318 w 12752"/>
                <a:gd name="T47" fmla="*/ 154663076 h 15320"/>
                <a:gd name="T48" fmla="*/ 224512629 w 12752"/>
                <a:gd name="T49" fmla="*/ 171476735 h 15320"/>
                <a:gd name="T50" fmla="*/ 51096230 w 12752"/>
                <a:gd name="T51" fmla="*/ 172875988 h 15320"/>
                <a:gd name="T52" fmla="*/ 38022833 w 12752"/>
                <a:gd name="T53" fmla="*/ 165473458 h 15320"/>
                <a:gd name="T54" fmla="*/ 24852307 w 12752"/>
                <a:gd name="T55" fmla="*/ 168068884 h 15320"/>
                <a:gd name="T56" fmla="*/ 0 w 12752"/>
                <a:gd name="T57" fmla="*/ 154787239 h 1532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752"/>
                <a:gd name="T88" fmla="*/ 0 h 15320"/>
                <a:gd name="T89" fmla="*/ 12752 w 12752"/>
                <a:gd name="T90" fmla="*/ 15320 h 1532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752" h="15320" fill="norm" stroke="1" extrusionOk="0">
                  <a:moveTo>
                    <a:pt x="0" y="13717"/>
                  </a:moveTo>
                  <a:lnTo>
                    <a:pt x="1911" y="7277"/>
                  </a:lnTo>
                  <a:lnTo>
                    <a:pt x="3075" y="2817"/>
                  </a:lnTo>
                  <a:lnTo>
                    <a:pt x="4106" y="0"/>
                  </a:lnTo>
                  <a:lnTo>
                    <a:pt x="5849" y="109"/>
                  </a:lnTo>
                  <a:lnTo>
                    <a:pt x="7742" y="1642"/>
                  </a:lnTo>
                  <a:lnTo>
                    <a:pt x="9906" y="3056"/>
                  </a:lnTo>
                  <a:lnTo>
                    <a:pt x="10329" y="3972"/>
                  </a:lnTo>
                  <a:lnTo>
                    <a:pt x="12752" y="3976"/>
                  </a:lnTo>
                  <a:lnTo>
                    <a:pt x="12378" y="5281"/>
                  </a:lnTo>
                  <a:lnTo>
                    <a:pt x="11643" y="7467"/>
                  </a:lnTo>
                  <a:lnTo>
                    <a:pt x="10772" y="9591"/>
                  </a:lnTo>
                  <a:lnTo>
                    <a:pt x="10227" y="10566"/>
                  </a:lnTo>
                  <a:lnTo>
                    <a:pt x="10713" y="11508"/>
                  </a:lnTo>
                  <a:cubicBezTo>
                    <a:pt x="10776" y="11899"/>
                    <a:pt x="10838" y="12291"/>
                    <a:pt x="10901" y="12682"/>
                  </a:cubicBezTo>
                  <a:lnTo>
                    <a:pt x="10580" y="13151"/>
                  </a:lnTo>
                  <a:lnTo>
                    <a:pt x="10034" y="15308"/>
                  </a:lnTo>
                  <a:lnTo>
                    <a:pt x="9802" y="14825"/>
                  </a:lnTo>
                  <a:lnTo>
                    <a:pt x="9385" y="14216"/>
                  </a:lnTo>
                  <a:lnTo>
                    <a:pt x="8806" y="14445"/>
                  </a:lnTo>
                  <a:lnTo>
                    <a:pt x="8237" y="14204"/>
                  </a:lnTo>
                  <a:cubicBezTo>
                    <a:pt x="8277" y="13844"/>
                    <a:pt x="8316" y="13483"/>
                    <a:pt x="8356" y="13123"/>
                  </a:cubicBezTo>
                  <a:lnTo>
                    <a:pt x="7730" y="12747"/>
                  </a:lnTo>
                  <a:lnTo>
                    <a:pt x="7068" y="13706"/>
                  </a:lnTo>
                  <a:cubicBezTo>
                    <a:pt x="7025" y="14203"/>
                    <a:pt x="6981" y="14699"/>
                    <a:pt x="6938" y="15196"/>
                  </a:cubicBezTo>
                  <a:lnTo>
                    <a:pt x="1579" y="15320"/>
                  </a:lnTo>
                  <a:lnTo>
                    <a:pt x="1175" y="14664"/>
                  </a:lnTo>
                  <a:lnTo>
                    <a:pt x="768" y="14894"/>
                  </a:lnTo>
                  <a:lnTo>
                    <a:pt x="0" y="13717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Freeform 5" descr="Rabat"/>
            <p:cNvSpPr/>
            <p:nvPr/>
          </p:nvSpPr>
          <p:spPr bwMode="auto">
            <a:xfrm>
              <a:off x="3514726" y="1968500"/>
              <a:ext cx="206375" cy="180975"/>
            </a:xfrm>
            <a:custGeom>
              <a:avLst/>
              <a:gdLst>
                <a:gd name="T0" fmla="*/ 0 w 10000"/>
                <a:gd name="T1" fmla="*/ 466938 h 10000"/>
                <a:gd name="T2" fmla="*/ 97274 w 10000"/>
                <a:gd name="T3" fmla="*/ 564522 h 10000"/>
                <a:gd name="T4" fmla="*/ 199201 w 10000"/>
                <a:gd name="T5" fmla="*/ 567959 h 10000"/>
                <a:gd name="T6" fmla="*/ 506530 w 10000"/>
                <a:gd name="T7" fmla="*/ 904393 h 10000"/>
                <a:gd name="T8" fmla="*/ 683195 w 10000"/>
                <a:gd name="T9" fmla="*/ 728850 h 10000"/>
                <a:gd name="T10" fmla="*/ 909997 w 10000"/>
                <a:gd name="T11" fmla="*/ 635065 h 10000"/>
                <a:gd name="T12" fmla="*/ 902968 w 10000"/>
                <a:gd name="T13" fmla="*/ 309755 h 10000"/>
                <a:gd name="T14" fmla="*/ 1010269 w 10000"/>
                <a:gd name="T15" fmla="*/ 203669 h 10000"/>
                <a:gd name="T16" fmla="*/ 1033735 w 10000"/>
                <a:gd name="T17" fmla="*/ 0 h 10000"/>
                <a:gd name="T18" fmla="*/ 0 w 10000"/>
                <a:gd name="T19" fmla="*/ 466938 h 100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000" h="10000" fill="norm" stroke="1" extrusionOk="0">
                  <a:moveTo>
                    <a:pt x="0" y="5163"/>
                  </a:moveTo>
                  <a:lnTo>
                    <a:pt x="941" y="6242"/>
                  </a:lnTo>
                  <a:lnTo>
                    <a:pt x="1927" y="6280"/>
                  </a:lnTo>
                  <a:lnTo>
                    <a:pt x="4900" y="10000"/>
                  </a:lnTo>
                  <a:lnTo>
                    <a:pt x="6609" y="8059"/>
                  </a:lnTo>
                  <a:lnTo>
                    <a:pt x="8803" y="7022"/>
                  </a:lnTo>
                  <a:cubicBezTo>
                    <a:pt x="8803" y="5885"/>
                    <a:pt x="8735" y="4563"/>
                    <a:pt x="8735" y="3425"/>
                  </a:cubicBezTo>
                  <a:lnTo>
                    <a:pt x="9773" y="2252"/>
                  </a:lnTo>
                  <a:cubicBezTo>
                    <a:pt x="9849" y="1501"/>
                    <a:pt x="9924" y="751"/>
                    <a:pt x="10000" y="0"/>
                  </a:cubicBezTo>
                  <a:lnTo>
                    <a:pt x="0" y="51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1301751" y="3978275"/>
              <a:ext cx="1144588" cy="1354137"/>
            </a:xfrm>
            <a:custGeom>
              <a:avLst/>
              <a:gdLst>
                <a:gd name="T0" fmla="*/ 1201280 w 38305"/>
                <a:gd name="T1" fmla="*/ 3210855 h 63284"/>
                <a:gd name="T2" fmla="*/ 1223105 w 38305"/>
                <a:gd name="T3" fmla="*/ 3365027 h 63284"/>
                <a:gd name="T4" fmla="*/ 934146 w 38305"/>
                <a:gd name="T5" fmla="*/ 3522627 h 63284"/>
                <a:gd name="T6" fmla="*/ 737271 w 38305"/>
                <a:gd name="T7" fmla="*/ 3716199 h 63284"/>
                <a:gd name="T8" fmla="*/ 703637 w 38305"/>
                <a:gd name="T9" fmla="*/ 4062230 h 63284"/>
                <a:gd name="T10" fmla="*/ 572387 w 38305"/>
                <a:gd name="T11" fmla="*/ 4445199 h 63284"/>
                <a:gd name="T12" fmla="*/ 387172 w 38305"/>
                <a:gd name="T13" fmla="*/ 4834591 h 63284"/>
                <a:gd name="T14" fmla="*/ 373419 w 38305"/>
                <a:gd name="T15" fmla="*/ 4992189 h 63284"/>
                <a:gd name="T16" fmla="*/ 194632 w 38305"/>
                <a:gd name="T17" fmla="*/ 5247002 h 63284"/>
                <a:gd name="T18" fmla="*/ 187457 w 38305"/>
                <a:gd name="T19" fmla="*/ 5944097 h 63284"/>
                <a:gd name="T20" fmla="*/ 104791 w 38305"/>
                <a:gd name="T21" fmla="*/ 6108119 h 63284"/>
                <a:gd name="T22" fmla="*/ 0 w 38305"/>
                <a:gd name="T23" fmla="*/ 6236061 h 63284"/>
                <a:gd name="T24" fmla="*/ 7624 w 38305"/>
                <a:gd name="T25" fmla="*/ 6353724 h 63284"/>
                <a:gd name="T26" fmla="*/ 260257 w 38305"/>
                <a:gd name="T27" fmla="*/ 6510894 h 63284"/>
                <a:gd name="T28" fmla="*/ 550861 w 38305"/>
                <a:gd name="T29" fmla="*/ 6758106 h 63284"/>
                <a:gd name="T30" fmla="*/ 790339 w 38305"/>
                <a:gd name="T31" fmla="*/ 6746864 h 63284"/>
                <a:gd name="T32" fmla="*/ 855217 w 38305"/>
                <a:gd name="T33" fmla="*/ 6684874 h 63284"/>
                <a:gd name="T34" fmla="*/ 1192311 w 38305"/>
                <a:gd name="T35" fmla="*/ 6671170 h 63284"/>
                <a:gd name="T36" fmla="*/ 1555864 w 38305"/>
                <a:gd name="T37" fmla="*/ 6644832 h 63284"/>
                <a:gd name="T38" fmla="*/ 1708042 w 38305"/>
                <a:gd name="T39" fmla="*/ 6738513 h 63284"/>
                <a:gd name="T40" fmla="*/ 2217345 w 38305"/>
                <a:gd name="T41" fmla="*/ 6732517 h 63284"/>
                <a:gd name="T42" fmla="*/ 2639647 w 38305"/>
                <a:gd name="T43" fmla="*/ 6670634 h 63284"/>
                <a:gd name="T44" fmla="*/ 2823068 w 38305"/>
                <a:gd name="T45" fmla="*/ 6594940 h 63284"/>
                <a:gd name="T46" fmla="*/ 3264803 w 38305"/>
                <a:gd name="T47" fmla="*/ 6633697 h 63284"/>
                <a:gd name="T48" fmla="*/ 3709677 w 38305"/>
                <a:gd name="T49" fmla="*/ 6766457 h 63284"/>
                <a:gd name="T50" fmla="*/ 4022255 w 38305"/>
                <a:gd name="T51" fmla="*/ 6775450 h 63284"/>
                <a:gd name="T52" fmla="*/ 4358751 w 38305"/>
                <a:gd name="T53" fmla="*/ 6727806 h 63284"/>
                <a:gd name="T54" fmla="*/ 4872539 w 38305"/>
                <a:gd name="T55" fmla="*/ 6736265 h 63284"/>
                <a:gd name="T56" fmla="*/ 4898551 w 38305"/>
                <a:gd name="T57" fmla="*/ 4065549 h 63284"/>
                <a:gd name="T58" fmla="*/ 4780155 w 38305"/>
                <a:gd name="T59" fmla="*/ 3984716 h 63284"/>
                <a:gd name="T60" fmla="*/ 4595539 w 38305"/>
                <a:gd name="T61" fmla="*/ 3982253 h 63284"/>
                <a:gd name="T62" fmla="*/ 4403298 w 38305"/>
                <a:gd name="T63" fmla="*/ 4015015 h 63284"/>
                <a:gd name="T64" fmla="*/ 4239460 w 38305"/>
                <a:gd name="T65" fmla="*/ 4097026 h 63284"/>
                <a:gd name="T66" fmla="*/ 4166062 w 38305"/>
                <a:gd name="T67" fmla="*/ 3890499 h 63284"/>
                <a:gd name="T68" fmla="*/ 4016126 w 38305"/>
                <a:gd name="T69" fmla="*/ 3623160 h 63284"/>
                <a:gd name="T70" fmla="*/ 4019564 w 38305"/>
                <a:gd name="T71" fmla="*/ 3101007 h 63284"/>
                <a:gd name="T72" fmla="*/ 4360993 w 38305"/>
                <a:gd name="T73" fmla="*/ 2491277 h 63284"/>
                <a:gd name="T74" fmla="*/ 4926804 w 38305"/>
                <a:gd name="T75" fmla="*/ 1256398 h 63284"/>
                <a:gd name="T76" fmla="*/ 5335352 w 38305"/>
                <a:gd name="T77" fmla="*/ 873965 h 63284"/>
                <a:gd name="T78" fmla="*/ 5507562 w 38305"/>
                <a:gd name="T79" fmla="*/ 885207 h 63284"/>
                <a:gd name="T80" fmla="*/ 5696065 w 38305"/>
                <a:gd name="T81" fmla="*/ 856621 h 63284"/>
                <a:gd name="T82" fmla="*/ 5726112 w 38305"/>
                <a:gd name="T83" fmla="*/ 726752 h 63284"/>
                <a:gd name="T84" fmla="*/ 5503376 w 38305"/>
                <a:gd name="T85" fmla="*/ 450419 h 63284"/>
                <a:gd name="T86" fmla="*/ 5214417 w 38305"/>
                <a:gd name="T87" fmla="*/ 7173 h 63284"/>
                <a:gd name="T88" fmla="*/ 5084363 w 38305"/>
                <a:gd name="T89" fmla="*/ 0 h 63284"/>
                <a:gd name="T90" fmla="*/ 4240207 w 38305"/>
                <a:gd name="T91" fmla="*/ 376759 h 63284"/>
                <a:gd name="T92" fmla="*/ 3417878 w 38305"/>
                <a:gd name="T93" fmla="*/ 417872 h 63284"/>
                <a:gd name="T94" fmla="*/ 3067629 w 38305"/>
                <a:gd name="T95" fmla="*/ 772254 h 63284"/>
                <a:gd name="T96" fmla="*/ 2792573 w 38305"/>
                <a:gd name="T97" fmla="*/ 1320530 h 63284"/>
                <a:gd name="T98" fmla="*/ 2540986 w 38305"/>
                <a:gd name="T99" fmla="*/ 2026832 h 63284"/>
                <a:gd name="T100" fmla="*/ 2314661 w 38305"/>
                <a:gd name="T101" fmla="*/ 2589776 h 63284"/>
                <a:gd name="T102" fmla="*/ 2134978 w 38305"/>
                <a:gd name="T103" fmla="*/ 2831955 h 63284"/>
                <a:gd name="T104" fmla="*/ 2012249 w 38305"/>
                <a:gd name="T105" fmla="*/ 2838165 h 63284"/>
                <a:gd name="T106" fmla="*/ 1428202 w 38305"/>
                <a:gd name="T107" fmla="*/ 3208607 h 63284"/>
                <a:gd name="T108" fmla="*/ 1201280 w 38305"/>
                <a:gd name="T109" fmla="*/ 3210855 h 6328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305" h="63284" fill="norm" stroke="1" extrusionOk="0">
                  <a:moveTo>
                    <a:pt x="8036" y="29990"/>
                  </a:moveTo>
                  <a:cubicBezTo>
                    <a:pt x="8085" y="30470"/>
                    <a:pt x="8133" y="30950"/>
                    <a:pt x="8182" y="31430"/>
                  </a:cubicBezTo>
                  <a:lnTo>
                    <a:pt x="6249" y="32902"/>
                  </a:lnTo>
                  <a:lnTo>
                    <a:pt x="4932" y="34710"/>
                  </a:lnTo>
                  <a:lnTo>
                    <a:pt x="4707" y="37942"/>
                  </a:lnTo>
                  <a:lnTo>
                    <a:pt x="3829" y="41519"/>
                  </a:lnTo>
                  <a:lnTo>
                    <a:pt x="2590" y="45156"/>
                  </a:lnTo>
                  <a:cubicBezTo>
                    <a:pt x="2559" y="45647"/>
                    <a:pt x="2529" y="46137"/>
                    <a:pt x="2498" y="46628"/>
                  </a:cubicBezTo>
                  <a:lnTo>
                    <a:pt x="1302" y="49008"/>
                  </a:lnTo>
                  <a:cubicBezTo>
                    <a:pt x="1286" y="51178"/>
                    <a:pt x="1270" y="53349"/>
                    <a:pt x="1254" y="55519"/>
                  </a:cubicBezTo>
                  <a:lnTo>
                    <a:pt x="701" y="57051"/>
                  </a:lnTo>
                  <a:lnTo>
                    <a:pt x="0" y="58246"/>
                  </a:lnTo>
                  <a:cubicBezTo>
                    <a:pt x="17" y="58612"/>
                    <a:pt x="34" y="58979"/>
                    <a:pt x="51" y="59345"/>
                  </a:cubicBezTo>
                  <a:lnTo>
                    <a:pt x="1741" y="60813"/>
                  </a:lnTo>
                  <a:lnTo>
                    <a:pt x="3685" y="63122"/>
                  </a:lnTo>
                  <a:lnTo>
                    <a:pt x="5287" y="63017"/>
                  </a:lnTo>
                  <a:lnTo>
                    <a:pt x="5721" y="62438"/>
                  </a:lnTo>
                  <a:lnTo>
                    <a:pt x="7976" y="62310"/>
                  </a:lnTo>
                  <a:lnTo>
                    <a:pt x="10408" y="62064"/>
                  </a:lnTo>
                  <a:lnTo>
                    <a:pt x="11426" y="62939"/>
                  </a:lnTo>
                  <a:lnTo>
                    <a:pt x="14833" y="62883"/>
                  </a:lnTo>
                  <a:lnTo>
                    <a:pt x="17658" y="62305"/>
                  </a:lnTo>
                  <a:lnTo>
                    <a:pt x="18885" y="61598"/>
                  </a:lnTo>
                  <a:lnTo>
                    <a:pt x="21840" y="61960"/>
                  </a:lnTo>
                  <a:lnTo>
                    <a:pt x="24816" y="63200"/>
                  </a:lnTo>
                  <a:lnTo>
                    <a:pt x="26907" y="63284"/>
                  </a:lnTo>
                  <a:lnTo>
                    <a:pt x="29158" y="62839"/>
                  </a:lnTo>
                  <a:lnTo>
                    <a:pt x="32595" y="62918"/>
                  </a:lnTo>
                  <a:cubicBezTo>
                    <a:pt x="32660" y="54555"/>
                    <a:pt x="32704" y="46336"/>
                    <a:pt x="32769" y="37973"/>
                  </a:cubicBezTo>
                  <a:lnTo>
                    <a:pt x="31977" y="37218"/>
                  </a:lnTo>
                  <a:lnTo>
                    <a:pt x="30742" y="37195"/>
                  </a:lnTo>
                  <a:lnTo>
                    <a:pt x="29456" y="37501"/>
                  </a:lnTo>
                  <a:lnTo>
                    <a:pt x="28360" y="38267"/>
                  </a:lnTo>
                  <a:lnTo>
                    <a:pt x="27869" y="36338"/>
                  </a:lnTo>
                  <a:lnTo>
                    <a:pt x="26866" y="33841"/>
                  </a:lnTo>
                  <a:cubicBezTo>
                    <a:pt x="26874" y="32215"/>
                    <a:pt x="26881" y="30590"/>
                    <a:pt x="26889" y="28964"/>
                  </a:cubicBezTo>
                  <a:lnTo>
                    <a:pt x="29173" y="23269"/>
                  </a:lnTo>
                  <a:lnTo>
                    <a:pt x="32958" y="11735"/>
                  </a:lnTo>
                  <a:lnTo>
                    <a:pt x="35691" y="8163"/>
                  </a:lnTo>
                  <a:lnTo>
                    <a:pt x="36843" y="8268"/>
                  </a:lnTo>
                  <a:lnTo>
                    <a:pt x="38104" y="8001"/>
                  </a:lnTo>
                  <a:lnTo>
                    <a:pt x="38305" y="6788"/>
                  </a:lnTo>
                  <a:lnTo>
                    <a:pt x="36815" y="4207"/>
                  </a:lnTo>
                  <a:lnTo>
                    <a:pt x="34882" y="67"/>
                  </a:lnTo>
                  <a:lnTo>
                    <a:pt x="34012" y="0"/>
                  </a:lnTo>
                  <a:lnTo>
                    <a:pt x="28365" y="3519"/>
                  </a:lnTo>
                  <a:lnTo>
                    <a:pt x="22864" y="3903"/>
                  </a:lnTo>
                  <a:lnTo>
                    <a:pt x="20521" y="7213"/>
                  </a:lnTo>
                  <a:lnTo>
                    <a:pt x="18681" y="12334"/>
                  </a:lnTo>
                  <a:lnTo>
                    <a:pt x="16998" y="18931"/>
                  </a:lnTo>
                  <a:lnTo>
                    <a:pt x="15484" y="24189"/>
                  </a:lnTo>
                  <a:lnTo>
                    <a:pt x="14282" y="26451"/>
                  </a:lnTo>
                  <a:lnTo>
                    <a:pt x="13461" y="26509"/>
                  </a:lnTo>
                  <a:lnTo>
                    <a:pt x="9554" y="29969"/>
                  </a:lnTo>
                  <a:lnTo>
                    <a:pt x="8036" y="29990"/>
                  </a:ln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534988" y="5248275"/>
              <a:ext cx="1747838" cy="1333500"/>
            </a:xfrm>
            <a:custGeom>
              <a:avLst/>
              <a:gdLst>
                <a:gd name="T0" fmla="*/ 2878704 w 15406"/>
                <a:gd name="T1" fmla="*/ 856893 h 86888"/>
                <a:gd name="T2" fmla="*/ 3206191 w 15406"/>
                <a:gd name="T3" fmla="*/ 604906 h 86888"/>
                <a:gd name="T4" fmla="*/ 3246488 w 15406"/>
                <a:gd name="T5" fmla="*/ 444181 h 86888"/>
                <a:gd name="T6" fmla="*/ 3445705 w 15406"/>
                <a:gd name="T7" fmla="*/ 259969 h 86888"/>
                <a:gd name="T8" fmla="*/ 3534245 w 15406"/>
                <a:gd name="T9" fmla="*/ 289750 h 86888"/>
                <a:gd name="T10" fmla="*/ 3845840 w 15406"/>
                <a:gd name="T11" fmla="*/ 0 h 86888"/>
                <a:gd name="T12" fmla="*/ 4098975 w 15406"/>
                <a:gd name="T13" fmla="*/ 157117 h 86888"/>
                <a:gd name="T14" fmla="*/ 4389002 w 15406"/>
                <a:gd name="T15" fmla="*/ 404192 h 86888"/>
                <a:gd name="T16" fmla="*/ 4628516 w 15406"/>
                <a:gd name="T17" fmla="*/ 392909 h 86888"/>
                <a:gd name="T18" fmla="*/ 4693787 w 15406"/>
                <a:gd name="T19" fmla="*/ 330968 h 86888"/>
                <a:gd name="T20" fmla="*/ 5030922 w 15406"/>
                <a:gd name="T21" fmla="*/ 317305 h 86888"/>
                <a:gd name="T22" fmla="*/ 5394166 w 15406"/>
                <a:gd name="T23" fmla="*/ 290978 h 86888"/>
                <a:gd name="T24" fmla="*/ 5546274 w 15406"/>
                <a:gd name="T25" fmla="*/ 384543 h 86888"/>
                <a:gd name="T26" fmla="*/ 6055382 w 15406"/>
                <a:gd name="T27" fmla="*/ 378556 h 86888"/>
                <a:gd name="T28" fmla="*/ 6477652 w 15406"/>
                <a:gd name="T29" fmla="*/ 316768 h 86888"/>
                <a:gd name="T30" fmla="*/ 6660977 w 15406"/>
                <a:gd name="T31" fmla="*/ 241087 h 86888"/>
                <a:gd name="T32" fmla="*/ 7103112 w 15406"/>
                <a:gd name="T33" fmla="*/ 279849 h 86888"/>
                <a:gd name="T34" fmla="*/ 7547517 w 15406"/>
                <a:gd name="T35" fmla="*/ 412481 h 86888"/>
                <a:gd name="T36" fmla="*/ 7860247 w 15406"/>
                <a:gd name="T37" fmla="*/ 421462 h 86888"/>
                <a:gd name="T38" fmla="*/ 8196815 w 15406"/>
                <a:gd name="T39" fmla="*/ 373874 h 86888"/>
                <a:gd name="T40" fmla="*/ 8710464 w 15406"/>
                <a:gd name="T41" fmla="*/ 382317 h 86888"/>
                <a:gd name="T42" fmla="*/ 8743950 w 15406"/>
                <a:gd name="T43" fmla="*/ 2224129 h 86888"/>
                <a:gd name="T44" fmla="*/ 8321680 w 15406"/>
                <a:gd name="T45" fmla="*/ 2202791 h 86888"/>
                <a:gd name="T46" fmla="*/ 8081599 w 15406"/>
                <a:gd name="T47" fmla="*/ 2267189 h 86888"/>
                <a:gd name="T48" fmla="*/ 7737652 w 15406"/>
                <a:gd name="T49" fmla="*/ 2286992 h 86888"/>
                <a:gd name="T50" fmla="*/ 7542409 w 15406"/>
                <a:gd name="T51" fmla="*/ 2355918 h 86888"/>
                <a:gd name="T52" fmla="*/ 7227977 w 15406"/>
                <a:gd name="T53" fmla="*/ 2563157 h 86888"/>
                <a:gd name="T54" fmla="*/ 6981085 w 15406"/>
                <a:gd name="T55" fmla="*/ 2889672 h 86888"/>
                <a:gd name="T56" fmla="*/ 7111625 w 15406"/>
                <a:gd name="T57" fmla="*/ 5950047 h 86888"/>
                <a:gd name="T58" fmla="*/ 328054 w 15406"/>
                <a:gd name="T59" fmla="*/ 5943984 h 86888"/>
                <a:gd name="T60" fmla="*/ 122027 w 15406"/>
                <a:gd name="T61" fmla="*/ 6238109 h 86888"/>
                <a:gd name="T62" fmla="*/ 151541 w 15406"/>
                <a:gd name="T63" fmla="*/ 6525863 h 86888"/>
                <a:gd name="T64" fmla="*/ 96487 w 15406"/>
                <a:gd name="T65" fmla="*/ 6667783 h 86888"/>
                <a:gd name="T66" fmla="*/ 20432 w 15406"/>
                <a:gd name="T67" fmla="*/ 6669088 h 86888"/>
                <a:gd name="T68" fmla="*/ 0 w 15406"/>
                <a:gd name="T69" fmla="*/ 6229129 h 86888"/>
                <a:gd name="T70" fmla="*/ 126000 w 15406"/>
                <a:gd name="T71" fmla="*/ 6059193 h 86888"/>
                <a:gd name="T72" fmla="*/ 165162 w 15406"/>
                <a:gd name="T73" fmla="*/ 5890869 h 86888"/>
                <a:gd name="T74" fmla="*/ 182189 w 15406"/>
                <a:gd name="T75" fmla="*/ 5662293 h 86888"/>
                <a:gd name="T76" fmla="*/ 241216 w 15406"/>
                <a:gd name="T77" fmla="*/ 5422971 h 86888"/>
                <a:gd name="T78" fmla="*/ 378000 w 15406"/>
                <a:gd name="T79" fmla="*/ 5222871 h 86888"/>
                <a:gd name="T80" fmla="*/ 354730 w 15406"/>
                <a:gd name="T81" fmla="*/ 4992375 h 86888"/>
                <a:gd name="T82" fmla="*/ 612973 w 15406"/>
                <a:gd name="T83" fmla="*/ 4594554 h 86888"/>
                <a:gd name="T84" fmla="*/ 731027 w 15406"/>
                <a:gd name="T85" fmla="*/ 4311097 h 86888"/>
                <a:gd name="T86" fmla="*/ 962028 w 15406"/>
                <a:gd name="T87" fmla="*/ 4247698 h 86888"/>
                <a:gd name="T88" fmla="*/ 1395649 w 15406"/>
                <a:gd name="T89" fmla="*/ 3729295 h 86888"/>
                <a:gd name="T90" fmla="*/ 1366136 w 15406"/>
                <a:gd name="T91" fmla="*/ 3424731 h 86888"/>
                <a:gd name="T92" fmla="*/ 1442190 w 15406"/>
                <a:gd name="T93" fmla="*/ 3221561 h 86888"/>
                <a:gd name="T94" fmla="*/ 1647650 w 15406"/>
                <a:gd name="T95" fmla="*/ 3071428 h 86888"/>
                <a:gd name="T96" fmla="*/ 1729947 w 15406"/>
                <a:gd name="T97" fmla="*/ 2938181 h 86888"/>
                <a:gd name="T98" fmla="*/ 1647082 w 15406"/>
                <a:gd name="T99" fmla="*/ 2756349 h 86888"/>
                <a:gd name="T100" fmla="*/ 1854812 w 15406"/>
                <a:gd name="T101" fmla="*/ 2451708 h 86888"/>
                <a:gd name="T102" fmla="*/ 2019406 w 15406"/>
                <a:gd name="T103" fmla="*/ 2083514 h 86888"/>
                <a:gd name="T104" fmla="*/ 2370731 w 15406"/>
                <a:gd name="T105" fmla="*/ 1700584 h 86888"/>
                <a:gd name="T106" fmla="*/ 2479137 w 15406"/>
                <a:gd name="T107" fmla="*/ 1492961 h 86888"/>
                <a:gd name="T108" fmla="*/ 2398542 w 15406"/>
                <a:gd name="T109" fmla="*/ 1446678 h 86888"/>
                <a:gd name="T110" fmla="*/ 2190812 w 15406"/>
                <a:gd name="T111" fmla="*/ 1660441 h 86888"/>
                <a:gd name="T112" fmla="*/ 2087515 w 15406"/>
                <a:gd name="T113" fmla="*/ 1829762 h 86888"/>
                <a:gd name="T114" fmla="*/ 1934839 w 15406"/>
                <a:gd name="T115" fmla="*/ 1865684 h 86888"/>
                <a:gd name="T116" fmla="*/ 2135758 w 15406"/>
                <a:gd name="T117" fmla="*/ 1506010 h 86888"/>
                <a:gd name="T118" fmla="*/ 2518867 w 15406"/>
                <a:gd name="T119" fmla="*/ 1091379 h 86888"/>
                <a:gd name="T120" fmla="*/ 2684029 w 15406"/>
                <a:gd name="T121" fmla="*/ 1059756 h 86888"/>
                <a:gd name="T122" fmla="*/ 2878704 w 15406"/>
                <a:gd name="T123" fmla="*/ 856893 h 868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406" h="86888" fill="norm" stroke="1" extrusionOk="0">
                  <a:moveTo>
                    <a:pt x="5072" y="11164"/>
                  </a:moveTo>
                  <a:lnTo>
                    <a:pt x="5649" y="7881"/>
                  </a:lnTo>
                  <a:cubicBezTo>
                    <a:pt x="5673" y="7183"/>
                    <a:pt x="5696" y="6485"/>
                    <a:pt x="5720" y="5787"/>
                  </a:cubicBezTo>
                  <a:lnTo>
                    <a:pt x="6071" y="3387"/>
                  </a:lnTo>
                  <a:lnTo>
                    <a:pt x="6227" y="3775"/>
                  </a:lnTo>
                  <a:lnTo>
                    <a:pt x="6776" y="0"/>
                  </a:lnTo>
                  <a:cubicBezTo>
                    <a:pt x="6925" y="682"/>
                    <a:pt x="7073" y="1365"/>
                    <a:pt x="7222" y="2047"/>
                  </a:cubicBezTo>
                  <a:cubicBezTo>
                    <a:pt x="7392" y="3120"/>
                    <a:pt x="7563" y="4193"/>
                    <a:pt x="7733" y="5266"/>
                  </a:cubicBezTo>
                  <a:lnTo>
                    <a:pt x="8155" y="5119"/>
                  </a:lnTo>
                  <a:cubicBezTo>
                    <a:pt x="8193" y="4850"/>
                    <a:pt x="8232" y="4581"/>
                    <a:pt x="8270" y="4312"/>
                  </a:cubicBezTo>
                  <a:lnTo>
                    <a:pt x="8864" y="4134"/>
                  </a:lnTo>
                  <a:lnTo>
                    <a:pt x="9504" y="3791"/>
                  </a:lnTo>
                  <a:cubicBezTo>
                    <a:pt x="9593" y="4197"/>
                    <a:pt x="9683" y="4604"/>
                    <a:pt x="9772" y="5010"/>
                  </a:cubicBezTo>
                  <a:lnTo>
                    <a:pt x="10669" y="4932"/>
                  </a:lnTo>
                  <a:lnTo>
                    <a:pt x="11413" y="4127"/>
                  </a:lnTo>
                  <a:lnTo>
                    <a:pt x="11736" y="3141"/>
                  </a:lnTo>
                  <a:lnTo>
                    <a:pt x="12515" y="3646"/>
                  </a:lnTo>
                  <a:lnTo>
                    <a:pt x="13298" y="5374"/>
                  </a:lnTo>
                  <a:lnTo>
                    <a:pt x="13849" y="5491"/>
                  </a:lnTo>
                  <a:lnTo>
                    <a:pt x="14442" y="4871"/>
                  </a:lnTo>
                  <a:lnTo>
                    <a:pt x="15347" y="4981"/>
                  </a:lnTo>
                  <a:cubicBezTo>
                    <a:pt x="15367" y="12980"/>
                    <a:pt x="15386" y="20978"/>
                    <a:pt x="15406" y="28977"/>
                  </a:cubicBezTo>
                  <a:lnTo>
                    <a:pt x="14662" y="28699"/>
                  </a:lnTo>
                  <a:lnTo>
                    <a:pt x="14239" y="29538"/>
                  </a:lnTo>
                  <a:lnTo>
                    <a:pt x="13633" y="29796"/>
                  </a:lnTo>
                  <a:cubicBezTo>
                    <a:pt x="13518" y="30095"/>
                    <a:pt x="13404" y="30395"/>
                    <a:pt x="13289" y="30694"/>
                  </a:cubicBezTo>
                  <a:lnTo>
                    <a:pt x="12735" y="33394"/>
                  </a:lnTo>
                  <a:lnTo>
                    <a:pt x="12300" y="37648"/>
                  </a:lnTo>
                  <a:cubicBezTo>
                    <a:pt x="12367" y="51231"/>
                    <a:pt x="12463" y="63937"/>
                    <a:pt x="12530" y="77520"/>
                  </a:cubicBezTo>
                  <a:lnTo>
                    <a:pt x="578" y="77441"/>
                  </a:lnTo>
                  <a:lnTo>
                    <a:pt x="215" y="81273"/>
                  </a:lnTo>
                  <a:cubicBezTo>
                    <a:pt x="232" y="82523"/>
                    <a:pt x="250" y="83772"/>
                    <a:pt x="267" y="85022"/>
                  </a:cubicBezTo>
                  <a:cubicBezTo>
                    <a:pt x="235" y="85638"/>
                    <a:pt x="202" y="86255"/>
                    <a:pt x="170" y="86871"/>
                  </a:cubicBezTo>
                  <a:lnTo>
                    <a:pt x="36" y="86888"/>
                  </a:lnTo>
                  <a:cubicBezTo>
                    <a:pt x="24" y="84977"/>
                    <a:pt x="12" y="83067"/>
                    <a:pt x="0" y="81156"/>
                  </a:cubicBezTo>
                  <a:lnTo>
                    <a:pt x="222" y="78942"/>
                  </a:lnTo>
                  <a:lnTo>
                    <a:pt x="291" y="76749"/>
                  </a:lnTo>
                  <a:cubicBezTo>
                    <a:pt x="301" y="75756"/>
                    <a:pt x="311" y="74764"/>
                    <a:pt x="321" y="73771"/>
                  </a:cubicBezTo>
                  <a:cubicBezTo>
                    <a:pt x="356" y="72732"/>
                    <a:pt x="390" y="71692"/>
                    <a:pt x="425" y="70653"/>
                  </a:cubicBezTo>
                  <a:cubicBezTo>
                    <a:pt x="505" y="69784"/>
                    <a:pt x="586" y="68915"/>
                    <a:pt x="666" y="68046"/>
                  </a:cubicBezTo>
                  <a:cubicBezTo>
                    <a:pt x="652" y="67045"/>
                    <a:pt x="639" y="66044"/>
                    <a:pt x="625" y="65043"/>
                  </a:cubicBezTo>
                  <a:cubicBezTo>
                    <a:pt x="777" y="63315"/>
                    <a:pt x="928" y="61588"/>
                    <a:pt x="1080" y="59860"/>
                  </a:cubicBezTo>
                  <a:cubicBezTo>
                    <a:pt x="1149" y="58629"/>
                    <a:pt x="1219" y="57398"/>
                    <a:pt x="1288" y="56167"/>
                  </a:cubicBezTo>
                  <a:lnTo>
                    <a:pt x="1695" y="55341"/>
                  </a:lnTo>
                  <a:cubicBezTo>
                    <a:pt x="1950" y="53090"/>
                    <a:pt x="2204" y="50838"/>
                    <a:pt x="2459" y="48587"/>
                  </a:cubicBezTo>
                  <a:cubicBezTo>
                    <a:pt x="2442" y="47264"/>
                    <a:pt x="2424" y="45942"/>
                    <a:pt x="2407" y="44619"/>
                  </a:cubicBezTo>
                  <a:cubicBezTo>
                    <a:pt x="2452" y="43737"/>
                    <a:pt x="2496" y="42854"/>
                    <a:pt x="2541" y="41972"/>
                  </a:cubicBezTo>
                  <a:cubicBezTo>
                    <a:pt x="2662" y="41320"/>
                    <a:pt x="2782" y="40668"/>
                    <a:pt x="2903" y="40016"/>
                  </a:cubicBezTo>
                  <a:cubicBezTo>
                    <a:pt x="2951" y="39437"/>
                    <a:pt x="3000" y="38859"/>
                    <a:pt x="3048" y="38280"/>
                  </a:cubicBezTo>
                  <a:cubicBezTo>
                    <a:pt x="2999" y="37490"/>
                    <a:pt x="2951" y="36701"/>
                    <a:pt x="2902" y="35911"/>
                  </a:cubicBezTo>
                  <a:lnTo>
                    <a:pt x="3268" y="31942"/>
                  </a:lnTo>
                  <a:cubicBezTo>
                    <a:pt x="3365" y="30343"/>
                    <a:pt x="3461" y="28744"/>
                    <a:pt x="3558" y="27145"/>
                  </a:cubicBezTo>
                  <a:cubicBezTo>
                    <a:pt x="3701" y="25694"/>
                    <a:pt x="4034" y="23607"/>
                    <a:pt x="4177" y="22156"/>
                  </a:cubicBezTo>
                  <a:cubicBezTo>
                    <a:pt x="4241" y="21254"/>
                    <a:pt x="4304" y="20353"/>
                    <a:pt x="4368" y="19451"/>
                  </a:cubicBezTo>
                  <a:cubicBezTo>
                    <a:pt x="4321" y="19250"/>
                    <a:pt x="4273" y="19049"/>
                    <a:pt x="4226" y="18848"/>
                  </a:cubicBezTo>
                  <a:lnTo>
                    <a:pt x="3860" y="21633"/>
                  </a:lnTo>
                  <a:cubicBezTo>
                    <a:pt x="3799" y="22368"/>
                    <a:pt x="3739" y="23104"/>
                    <a:pt x="3678" y="23839"/>
                  </a:cubicBezTo>
                  <a:lnTo>
                    <a:pt x="3409" y="24307"/>
                  </a:lnTo>
                  <a:lnTo>
                    <a:pt x="3763" y="19621"/>
                  </a:lnTo>
                  <a:lnTo>
                    <a:pt x="4438" y="14219"/>
                  </a:lnTo>
                  <a:lnTo>
                    <a:pt x="4729" y="13807"/>
                  </a:lnTo>
                  <a:cubicBezTo>
                    <a:pt x="4843" y="12926"/>
                    <a:pt x="4958" y="12045"/>
                    <a:pt x="5072" y="11164"/>
                  </a:cubicBezTo>
                  <a:close/>
                </a:path>
              </a:pathLst>
            </a:custGeom>
            <a:grpFill/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sz="120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71429157" name="ZoneTexte 8"/>
          <p:cNvSpPr txBox="1">
            <a:spLocks noChangeArrowheads="1"/>
          </p:cNvSpPr>
          <p:nvPr/>
        </p:nvSpPr>
        <p:spPr bwMode="auto">
          <a:xfrm>
            <a:off x="277813" y="2519585"/>
            <a:ext cx="38958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/>
              <a:t>De </a:t>
            </a:r>
            <a:r>
              <a:rPr lang="en-US" sz="1200"/>
              <a:t>Aéroport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 Ibn 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Battuta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 au centre ville Tanger.</a:t>
            </a:r>
            <a:endParaRPr/>
          </a:p>
        </p:txBody>
      </p:sp>
      <p:sp>
        <p:nvSpPr>
          <p:cNvPr id="336178629" name="TextBox 48"/>
          <p:cNvSpPr txBox="1"/>
          <p:nvPr/>
        </p:nvSpPr>
        <p:spPr bwMode="auto">
          <a:xfrm>
            <a:off x="277813" y="2224953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14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3584530" name="ZoneTexte 8"/>
          <p:cNvSpPr txBox="1">
            <a:spLocks noChangeArrowheads="1"/>
          </p:cNvSpPr>
          <p:nvPr/>
        </p:nvSpPr>
        <p:spPr bwMode="auto">
          <a:xfrm>
            <a:off x="277813" y="3253922"/>
            <a:ext cx="4374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/>
              <a:t>De </a:t>
            </a:r>
            <a:r>
              <a:rPr lang="en-US" sz="1200"/>
              <a:t>Aéroport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 Mohamed V au centre ville Casablanca.</a:t>
            </a:r>
            <a:endParaRPr/>
          </a:p>
        </p:txBody>
      </p:sp>
      <p:sp>
        <p:nvSpPr>
          <p:cNvPr id="1664067790" name="TextBox 51"/>
          <p:cNvSpPr txBox="1"/>
          <p:nvPr/>
        </p:nvSpPr>
        <p:spPr bwMode="auto">
          <a:xfrm>
            <a:off x="277813" y="2961535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30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10528387" name="ZoneTexte 8"/>
          <p:cNvSpPr txBox="1">
            <a:spLocks noChangeArrowheads="1"/>
          </p:cNvSpPr>
          <p:nvPr/>
        </p:nvSpPr>
        <p:spPr bwMode="auto">
          <a:xfrm>
            <a:off x="277813" y="4056324"/>
            <a:ext cx="38958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/>
              <a:t>De </a:t>
            </a:r>
            <a:r>
              <a:rPr lang="en-US" sz="1200"/>
              <a:t>Aéroport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 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Menara</a:t>
            </a:r>
            <a:r>
              <a:rPr lang="fr-FR" sz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GulimChe"/>
                <a:cs typeface="Arial"/>
              </a:rPr>
              <a:t> au centre ville Marrakech.</a:t>
            </a:r>
            <a:endParaRPr/>
          </a:p>
        </p:txBody>
      </p:sp>
      <p:sp>
        <p:nvSpPr>
          <p:cNvPr id="185972217" name="TextBox 54"/>
          <p:cNvSpPr txBox="1"/>
          <p:nvPr/>
        </p:nvSpPr>
        <p:spPr bwMode="auto">
          <a:xfrm>
            <a:off x="277813" y="3759776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1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1601101" name="ZoneTexte 8"/>
          <p:cNvSpPr txBox="1">
            <a:spLocks noChangeArrowheads="1"/>
          </p:cNvSpPr>
          <p:nvPr/>
        </p:nvSpPr>
        <p:spPr bwMode="auto">
          <a:xfrm>
            <a:off x="277813" y="4761747"/>
            <a:ext cx="38958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latin typeface="Arial"/>
                <a:cs typeface="Arial"/>
              </a:rPr>
              <a:t>De </a:t>
            </a:r>
            <a:r>
              <a:rPr lang="en-US" sz="1200">
                <a:latin typeface="Arial"/>
                <a:cs typeface="Arial"/>
              </a:rPr>
              <a:t>l’aéroport</a:t>
            </a:r>
            <a:r>
              <a:rPr lang="en-US" sz="1200">
                <a:latin typeface="Arial"/>
                <a:cs typeface="Arial"/>
              </a:rPr>
              <a:t> de </a:t>
            </a:r>
            <a:r>
              <a:rPr lang="en-US" sz="1200">
                <a:latin typeface="Arial"/>
                <a:cs typeface="Arial"/>
              </a:rPr>
              <a:t>Saïss</a:t>
            </a:r>
            <a:r>
              <a:rPr lang="en-US" sz="1200">
                <a:latin typeface="Arial"/>
                <a:cs typeface="Arial"/>
              </a:rPr>
              <a:t> au </a:t>
            </a:r>
            <a:r>
              <a:rPr lang="en-US" sz="1200">
                <a:latin typeface="Arial"/>
                <a:cs typeface="Arial"/>
              </a:rPr>
              <a:t>centre</a:t>
            </a:r>
            <a:r>
              <a:rPr lang="en-US" sz="1200">
                <a:latin typeface="Arial"/>
                <a:cs typeface="Arial"/>
              </a:rPr>
              <a:t> </a:t>
            </a:r>
            <a:r>
              <a:rPr lang="en-US" sz="1200">
                <a:latin typeface="Arial"/>
                <a:cs typeface="Arial"/>
              </a:rPr>
              <a:t>ville</a:t>
            </a:r>
            <a:r>
              <a:rPr lang="en-US" sz="1200">
                <a:latin typeface="Arial"/>
                <a:cs typeface="Arial"/>
              </a:rPr>
              <a:t> </a:t>
            </a:r>
            <a:r>
              <a:rPr lang="en-US" sz="1200">
                <a:latin typeface="Arial"/>
                <a:cs typeface="Arial"/>
              </a:rPr>
              <a:t>Fès</a:t>
            </a:r>
            <a:r>
              <a:rPr lang="en-US" sz="1200">
                <a:latin typeface="Arial"/>
                <a:cs typeface="Arial"/>
              </a:rPr>
              <a:t>.</a:t>
            </a:r>
            <a:endParaRPr lang="fr-FR" sz="12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GulimChe"/>
              <a:cs typeface="Arial"/>
            </a:endParaRPr>
          </a:p>
        </p:txBody>
      </p:sp>
      <p:sp>
        <p:nvSpPr>
          <p:cNvPr id="1619898792" name="TextBox 43"/>
          <p:cNvSpPr txBox="1"/>
          <p:nvPr/>
        </p:nvSpPr>
        <p:spPr bwMode="auto">
          <a:xfrm>
            <a:off x="277813" y="4472157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15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4393986" name="ZoneTexte 8"/>
          <p:cNvSpPr txBox="1">
            <a:spLocks noChangeArrowheads="1"/>
          </p:cNvSpPr>
          <p:nvPr/>
        </p:nvSpPr>
        <p:spPr bwMode="auto">
          <a:xfrm>
            <a:off x="277813" y="5494458"/>
            <a:ext cx="438134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latin typeface="Arial"/>
                <a:cs typeface="Arial"/>
              </a:rPr>
              <a:t>De </a:t>
            </a:r>
            <a:r>
              <a:rPr lang="en-US" sz="1200">
                <a:latin typeface="Arial"/>
                <a:cs typeface="Arial"/>
              </a:rPr>
              <a:t>l’aéroport</a:t>
            </a:r>
            <a:r>
              <a:rPr lang="en-US" sz="1200">
                <a:latin typeface="Arial"/>
                <a:cs typeface="Arial"/>
              </a:rPr>
              <a:t> Agadir Al-</a:t>
            </a:r>
            <a:r>
              <a:rPr lang="en-US" sz="1200">
                <a:latin typeface="Arial"/>
                <a:cs typeface="Arial"/>
              </a:rPr>
              <a:t>Massira</a:t>
            </a:r>
            <a:r>
              <a:rPr lang="en-US" sz="1200">
                <a:latin typeface="Arial"/>
                <a:cs typeface="Arial"/>
              </a:rPr>
              <a:t> au </a:t>
            </a:r>
            <a:r>
              <a:rPr lang="en-US" sz="1200">
                <a:latin typeface="Arial"/>
                <a:cs typeface="Arial"/>
              </a:rPr>
              <a:t>centre</a:t>
            </a:r>
            <a:r>
              <a:rPr lang="en-US" sz="1200">
                <a:latin typeface="Arial"/>
                <a:cs typeface="Arial"/>
              </a:rPr>
              <a:t> </a:t>
            </a:r>
            <a:r>
              <a:rPr lang="en-US" sz="1200">
                <a:latin typeface="Arial"/>
                <a:cs typeface="Arial"/>
              </a:rPr>
              <a:t>ville</a:t>
            </a:r>
            <a:r>
              <a:rPr lang="en-US" sz="1200">
                <a:latin typeface="Arial"/>
                <a:cs typeface="Arial"/>
              </a:rPr>
              <a:t>.</a:t>
            </a:r>
            <a:endParaRPr lang="fr-FR" sz="12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GulimChe"/>
              <a:cs typeface="Arial"/>
            </a:endParaRPr>
          </a:p>
        </p:txBody>
      </p:sp>
      <p:sp>
        <p:nvSpPr>
          <p:cNvPr id="1000123094" name="TextBox 55"/>
          <p:cNvSpPr txBox="1"/>
          <p:nvPr/>
        </p:nvSpPr>
        <p:spPr bwMode="auto">
          <a:xfrm>
            <a:off x="277813" y="5184538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25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4041490" name="ZoneTexte 8"/>
          <p:cNvSpPr txBox="1">
            <a:spLocks noChangeArrowheads="1"/>
          </p:cNvSpPr>
          <p:nvPr/>
        </p:nvSpPr>
        <p:spPr bwMode="auto">
          <a:xfrm>
            <a:off x="277813" y="6203556"/>
            <a:ext cx="38958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latin typeface="Arial"/>
                <a:cs typeface="Arial"/>
              </a:rPr>
              <a:t>De </a:t>
            </a:r>
            <a:r>
              <a:rPr lang="en-US" sz="1200">
                <a:latin typeface="Arial"/>
                <a:cs typeface="Arial"/>
              </a:rPr>
              <a:t>l’aéroport</a:t>
            </a:r>
            <a:r>
              <a:rPr lang="en-US" sz="1200">
                <a:latin typeface="Arial"/>
                <a:cs typeface="Arial"/>
              </a:rPr>
              <a:t> </a:t>
            </a:r>
            <a:r>
              <a:rPr lang="en-US" sz="1200">
                <a:latin typeface="Arial"/>
                <a:cs typeface="Arial"/>
              </a:rPr>
              <a:t>Ouarzazate</a:t>
            </a:r>
            <a:r>
              <a:rPr lang="en-US" sz="1200">
                <a:latin typeface="Arial"/>
                <a:cs typeface="Arial"/>
              </a:rPr>
              <a:t> au </a:t>
            </a:r>
            <a:r>
              <a:rPr lang="en-US" sz="1200">
                <a:latin typeface="Arial"/>
                <a:cs typeface="Arial"/>
              </a:rPr>
              <a:t>centre</a:t>
            </a:r>
            <a:r>
              <a:rPr lang="en-US" sz="1200">
                <a:latin typeface="Arial"/>
                <a:cs typeface="Arial"/>
              </a:rPr>
              <a:t> </a:t>
            </a:r>
            <a:r>
              <a:rPr lang="en-US" sz="1200">
                <a:latin typeface="Arial"/>
                <a:cs typeface="Arial"/>
              </a:rPr>
              <a:t>ville</a:t>
            </a:r>
            <a:r>
              <a:rPr lang="en-US" sz="1200">
                <a:latin typeface="Arial"/>
                <a:cs typeface="Arial"/>
              </a:rPr>
              <a:t>.</a:t>
            </a:r>
            <a:endParaRPr lang="fr-FR" sz="12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GulimChe"/>
              <a:cs typeface="Arial"/>
            </a:endParaRPr>
          </a:p>
        </p:txBody>
      </p:sp>
      <p:sp>
        <p:nvSpPr>
          <p:cNvPr id="454737305" name="TextBox 58"/>
          <p:cNvSpPr txBox="1"/>
          <p:nvPr/>
        </p:nvSpPr>
        <p:spPr bwMode="auto">
          <a:xfrm>
            <a:off x="277813" y="5896919"/>
            <a:ext cx="122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b="1">
                <a:solidFill>
                  <a:schemeClr val="bg2">
                    <a:lumMod val="90000"/>
                  </a:schemeClr>
                </a:solidFill>
                <a:latin typeface="Arial"/>
                <a:ea typeface="GulimChe"/>
                <a:cs typeface="Arial"/>
              </a:rPr>
              <a:t>4.3 km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24720066" name="Rectangle 60"/>
          <p:cNvSpPr/>
          <p:nvPr/>
        </p:nvSpPr>
        <p:spPr bwMode="auto">
          <a:xfrm>
            <a:off x="-13043" y="2243094"/>
            <a:ext cx="191533" cy="538061"/>
          </a:xfrm>
          <a:prstGeom prst="rect">
            <a:avLst/>
          </a:prstGeom>
          <a:solidFill>
            <a:srgbClr val="137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2060158" name="Rectangle 73"/>
          <p:cNvSpPr/>
          <p:nvPr/>
        </p:nvSpPr>
        <p:spPr bwMode="auto">
          <a:xfrm>
            <a:off x="-13043" y="2976740"/>
            <a:ext cx="191533" cy="5380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852664" name="Rectangle 74"/>
          <p:cNvSpPr/>
          <p:nvPr/>
        </p:nvSpPr>
        <p:spPr bwMode="auto">
          <a:xfrm>
            <a:off x="-13043" y="3710386"/>
            <a:ext cx="191533" cy="538061"/>
          </a:xfrm>
          <a:prstGeom prst="rect">
            <a:avLst/>
          </a:prstGeom>
          <a:solidFill>
            <a:srgbClr val="137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186633" name="Rectangle 75"/>
          <p:cNvSpPr/>
          <p:nvPr/>
        </p:nvSpPr>
        <p:spPr bwMode="auto">
          <a:xfrm>
            <a:off x="-13043" y="4444032"/>
            <a:ext cx="191533" cy="5380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466762" name="Rectangle 76"/>
          <p:cNvSpPr/>
          <p:nvPr/>
        </p:nvSpPr>
        <p:spPr bwMode="auto">
          <a:xfrm>
            <a:off x="-13043" y="5177678"/>
            <a:ext cx="191533" cy="538061"/>
          </a:xfrm>
          <a:prstGeom prst="rect">
            <a:avLst/>
          </a:prstGeom>
          <a:solidFill>
            <a:srgbClr val="137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6592153" name="Rectangle 77"/>
          <p:cNvSpPr/>
          <p:nvPr/>
        </p:nvSpPr>
        <p:spPr bwMode="auto">
          <a:xfrm>
            <a:off x="-13043" y="5911324"/>
            <a:ext cx="191533" cy="5380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2638190" name="Ellipse 14" descr="point_Pointer"/>
          <p:cNvSpPr/>
          <p:nvPr/>
        </p:nvSpPr>
        <p:spPr bwMode="auto">
          <a:xfrm>
            <a:off x="8705097" y="606248"/>
            <a:ext cx="135760" cy="1507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chemeClr val="tx1"/>
              </a:solidFill>
            </a:endParaRPr>
          </a:p>
        </p:txBody>
      </p:sp>
      <p:sp>
        <p:nvSpPr>
          <p:cNvPr id="1478424200" name="TextBox 13"/>
          <p:cNvSpPr txBox="1"/>
          <p:nvPr/>
        </p:nvSpPr>
        <p:spPr bwMode="auto">
          <a:xfrm>
            <a:off x="5895945" y="2040706"/>
            <a:ext cx="2487595" cy="3786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fr-FR">
                <a:latin typeface="Arial"/>
                <a:cs typeface="Arial"/>
              </a:rPr>
              <a:t>{{</a:t>
            </a:r>
            <a:r>
              <a:rPr lang="fr-FR">
                <a:latin typeface="Arial"/>
                <a:cs typeface="Arial"/>
              </a:rPr>
              <a:t>destination_name</a:t>
            </a:r>
            <a:r>
              <a:rPr lang="fr-FR">
                <a:latin typeface="Arial"/>
                <a:cs typeface="Arial"/>
              </a:rPr>
              <a:t>}}</a:t>
            </a:r>
            <a:endParaRPr lang="fr-FR">
              <a:latin typeface="Arial"/>
              <a:cs typeface="Arial"/>
            </a:endParaRPr>
          </a:p>
        </p:txBody>
      </p:sp>
      <p:cxnSp>
        <p:nvCxnSpPr>
          <p:cNvPr id="1955399421" name="Elbow Connector 31" descr="Map_Pointer"/>
          <p:cNvCxnSpPr/>
          <p:nvPr/>
        </p:nvCxnSpPr>
        <p:spPr bwMode="auto">
          <a:xfrm flipV="1">
            <a:off x="7273673" y="1354662"/>
            <a:ext cx="2043160" cy="60395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31215" name="TextBox 18"/>
          <p:cNvSpPr txBox="1"/>
          <p:nvPr/>
        </p:nvSpPr>
        <p:spPr bwMode="auto">
          <a:xfrm>
            <a:off x="172606" y="3429000"/>
            <a:ext cx="1192480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3400" b="1" spc="-300">
                <a:solidFill>
                  <a:srgbClr val="F6C819"/>
                </a:solidFill>
                <a:latin typeface="Arial"/>
                <a:cs typeface="Arial"/>
              </a:rPr>
              <a:t>BENSLIMANE</a:t>
            </a:r>
            <a:endParaRPr sz="13400" b="1" spc="-300">
              <a:solidFill>
                <a:srgbClr val="F6C819"/>
              </a:solidFill>
              <a:latin typeface="Arial"/>
              <a:cs typeface="Arial"/>
            </a:endParaRPr>
          </a:p>
        </p:txBody>
      </p:sp>
      <p:sp>
        <p:nvSpPr>
          <p:cNvPr id="1407648844" name="Rounded Rectangle 22"/>
          <p:cNvSpPr/>
          <p:nvPr/>
        </p:nvSpPr>
        <p:spPr bwMode="auto">
          <a:xfrm>
            <a:off x="277421" y="1058809"/>
            <a:ext cx="11637158" cy="298607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99000">
                <a:schemeClr val="accent4">
                  <a:lumMod val="20000"/>
                  <a:lumOff val="80000"/>
                  <a:alpha val="32996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05848784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04797" y="132319"/>
            <a:ext cx="1053959" cy="857458"/>
          </a:xfrm>
          <a:prstGeom prst="rect">
            <a:avLst/>
          </a:prstGeom>
        </p:spPr>
      </p:pic>
      <p:sp>
        <p:nvSpPr>
          <p:cNvPr id="249864056" name="TextBox 17"/>
          <p:cNvSpPr txBox="1"/>
          <p:nvPr/>
        </p:nvSpPr>
        <p:spPr bwMode="auto">
          <a:xfrm>
            <a:off x="494428" y="1457793"/>
            <a:ext cx="11291005" cy="6099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MA" sz="1600">
                <a:solidFill>
                  <a:srgbClr val="1A1A1A"/>
                </a:solidFill>
                <a:latin typeface="Arial"/>
                <a:cs typeface="Arial"/>
              </a:rPr>
              <a:t>{{</a:t>
            </a:r>
            <a:r>
              <a:rPr lang="fr-MA" sz="1600">
                <a:solidFill>
                  <a:srgbClr val="1A1A1A"/>
                </a:solidFill>
                <a:latin typeface="Arial"/>
                <a:cs typeface="Arial"/>
              </a:rPr>
              <a:t>destination_paragraph</a:t>
            </a:r>
            <a:r>
              <a:rPr lang="en-US" sz="1600">
                <a:solidFill>
                  <a:srgbClr val="1A1A1A"/>
                </a:solidFill>
                <a:latin typeface="Arial"/>
                <a:cs typeface="Arial"/>
              </a:rPr>
              <a:t>:paragraphs=2</a:t>
            </a:r>
            <a:r>
              <a:rPr lang="fr-MA" sz="1600">
                <a:solidFill>
                  <a:srgbClr val="1A1A1A"/>
                </a:solidFill>
                <a:latin typeface="Arial"/>
                <a:cs typeface="Arial"/>
              </a:rPr>
              <a:t>}}</a:t>
            </a:r>
            <a:endParaRPr lang="fr-MA">
              <a:ea typeface="Calibri"/>
              <a:cs typeface="Calibri"/>
            </a:endParaRPr>
          </a:p>
          <a:p>
            <a:pPr>
              <a:defRPr/>
            </a:pPr>
            <a:endParaRPr lang="fr-MA">
              <a:latin typeface="Arial"/>
              <a:cs typeface="Arial"/>
            </a:endParaRPr>
          </a:p>
        </p:txBody>
      </p:sp>
      <p:grpSp>
        <p:nvGrpSpPr>
          <p:cNvPr id="1859076887" name="Group 27"/>
          <p:cNvGrpSpPr/>
          <p:nvPr/>
        </p:nvGrpSpPr>
        <p:grpSpPr bwMode="auto">
          <a:xfrm>
            <a:off x="333245" y="314773"/>
            <a:ext cx="2235522" cy="376547"/>
            <a:chOff x="7535602" y="542646"/>
            <a:chExt cx="2735706" cy="460797"/>
          </a:xfrm>
        </p:grpSpPr>
        <p:sp>
          <p:nvSpPr>
            <p:cNvPr id="29" name="Triangle 28"/>
            <p:cNvSpPr/>
            <p:nvPr/>
          </p:nvSpPr>
          <p:spPr bwMode="auto">
            <a:xfrm rot="5400000">
              <a:off x="7503823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0" name="Triangle 29"/>
            <p:cNvSpPr/>
            <p:nvPr/>
          </p:nvSpPr>
          <p:spPr bwMode="auto">
            <a:xfrm rot="5400000">
              <a:off x="7893567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Triangle 30"/>
            <p:cNvSpPr/>
            <p:nvPr/>
          </p:nvSpPr>
          <p:spPr bwMode="auto">
            <a:xfrm rot="5400000">
              <a:off x="8673056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2" name="Triangle 31"/>
            <p:cNvSpPr/>
            <p:nvPr/>
          </p:nvSpPr>
          <p:spPr bwMode="auto">
            <a:xfrm rot="5400000">
              <a:off x="9842290" y="574425"/>
              <a:ext cx="460797" cy="39723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/>
            </a:p>
          </p:txBody>
        </p:sp>
      </p:grpSp>
      <p:pic>
        <p:nvPicPr>
          <p:cNvPr id="498736763" name="Imag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302358" y="3531556"/>
            <a:ext cx="9899864" cy="3326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/>
  <cp:revision>222</cp:revision>
  <dcterms:created xsi:type="dcterms:W3CDTF">2024-10-11T16:36:31Z</dcterms:created>
  <dcterms:modified xsi:type="dcterms:W3CDTF">2026-05-19T08:38:43Z</dcterms:modified>
</cp:coreProperties>
</file>